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60" r:id="rId6"/>
    <p:sldId id="261" r:id="rId7"/>
    <p:sldId id="262" r:id="rId8"/>
    <p:sldId id="271" r:id="rId9"/>
    <p:sldId id="263" r:id="rId10"/>
    <p:sldId id="264" r:id="rId11"/>
    <p:sldId id="268" r:id="rId12"/>
    <p:sldId id="269" r:id="rId13"/>
    <p:sldId id="265" r:id="rId14"/>
    <p:sldId id="266" r:id="rId15"/>
    <p:sldId id="272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F3C"/>
    <a:srgbClr val="00B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E40CFE-738C-48A4-AC22-D9515C0311B6}" v="49" dt="2026-05-18T08:27:24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jina Akter" userId="59adf1ee6c097153" providerId="LiveId" clId="{BBFE42C8-F347-4121-8330-973D3BDEED3B}"/>
    <pc:docChg chg="undo redo custSel addSld delSld modSld">
      <pc:chgData name="Tanjina Akter" userId="59adf1ee6c097153" providerId="LiveId" clId="{BBFE42C8-F347-4121-8330-973D3BDEED3B}" dt="2026-05-18T08:27:26.958" v="364" actId="20577"/>
      <pc:docMkLst>
        <pc:docMk/>
      </pc:docMkLst>
      <pc:sldChg chg="addSp delSp modSp mod">
        <pc:chgData name="Tanjina Akter" userId="59adf1ee6c097153" providerId="LiveId" clId="{BBFE42C8-F347-4121-8330-973D3BDEED3B}" dt="2026-05-17T11:29:07.798" v="115" actId="113"/>
        <pc:sldMkLst>
          <pc:docMk/>
          <pc:sldMk cId="0" sldId="257"/>
        </pc:sldMkLst>
        <pc:spChg chg="del">
          <ac:chgData name="Tanjina Akter" userId="59adf1ee6c097153" providerId="LiveId" clId="{BBFE42C8-F347-4121-8330-973D3BDEED3B}" dt="2026-05-17T11:26:59.783" v="66" actId="478"/>
          <ac:spMkLst>
            <pc:docMk/>
            <pc:sldMk cId="0" sldId="257"/>
            <ac:spMk id="7" creationId="{00000000-0000-0000-0000-000000000000}"/>
          </ac:spMkLst>
        </pc:spChg>
        <pc:spChg chg="add mod">
          <ac:chgData name="Tanjina Akter" userId="59adf1ee6c097153" providerId="LiveId" clId="{BBFE42C8-F347-4121-8330-973D3BDEED3B}" dt="2026-05-17T11:29:07.798" v="115" actId="113"/>
          <ac:spMkLst>
            <pc:docMk/>
            <pc:sldMk cId="0" sldId="257"/>
            <ac:spMk id="24" creationId="{B1187A93-0F1A-28AD-0854-2B0D055BA486}"/>
          </ac:spMkLst>
        </pc:spChg>
      </pc:sldChg>
      <pc:sldChg chg="addSp delSp modSp mod">
        <pc:chgData name="Tanjina Akter" userId="59adf1ee6c097153" providerId="LiveId" clId="{BBFE42C8-F347-4121-8330-973D3BDEED3B}" dt="2026-05-17T11:29:30.746" v="128" actId="20577"/>
        <pc:sldMkLst>
          <pc:docMk/>
          <pc:sldMk cId="0" sldId="258"/>
        </pc:sldMkLst>
        <pc:spChg chg="del">
          <ac:chgData name="Tanjina Akter" userId="59adf1ee6c097153" providerId="LiveId" clId="{BBFE42C8-F347-4121-8330-973D3BDEED3B}" dt="2026-05-17T11:27:02.474" v="67" actId="478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Tanjina Akter" userId="59adf1ee6c097153" providerId="LiveId" clId="{BBFE42C8-F347-4121-8330-973D3BDEED3B}" dt="2026-05-17T11:28:53.071" v="103" actId="404"/>
          <ac:spMkLst>
            <pc:docMk/>
            <pc:sldMk cId="0" sldId="258"/>
            <ac:spMk id="37" creationId="{F320B0B0-724C-CF02-EDFB-D513757335EE}"/>
          </ac:spMkLst>
        </pc:spChg>
        <pc:spChg chg="add del">
          <ac:chgData name="Tanjina Akter" userId="59adf1ee6c097153" providerId="LiveId" clId="{BBFE42C8-F347-4121-8330-973D3BDEED3B}" dt="2026-05-17T11:28:41.940" v="98" actId="22"/>
          <ac:spMkLst>
            <pc:docMk/>
            <pc:sldMk cId="0" sldId="258"/>
            <ac:spMk id="39" creationId="{5EB368B0-A863-DAE4-88FF-963BF3815A4C}"/>
          </ac:spMkLst>
        </pc:spChg>
        <pc:spChg chg="add mod">
          <ac:chgData name="Tanjina Akter" userId="59adf1ee6c097153" providerId="LiveId" clId="{BBFE42C8-F347-4121-8330-973D3BDEED3B}" dt="2026-05-17T11:29:30.746" v="128" actId="20577"/>
          <ac:spMkLst>
            <pc:docMk/>
            <pc:sldMk cId="0" sldId="258"/>
            <ac:spMk id="40" creationId="{16FC68AD-77BE-4216-A242-614213EDDCD6}"/>
          </ac:spMkLst>
        </pc:spChg>
      </pc:sldChg>
      <pc:sldChg chg="addSp delSp modSp mod">
        <pc:chgData name="Tanjina Akter" userId="59adf1ee6c097153" providerId="LiveId" clId="{BBFE42C8-F347-4121-8330-973D3BDEED3B}" dt="2026-05-17T11:29:38.325" v="132" actId="20577"/>
        <pc:sldMkLst>
          <pc:docMk/>
          <pc:sldMk cId="0" sldId="260"/>
        </pc:sldMkLst>
        <pc:spChg chg="del">
          <ac:chgData name="Tanjina Akter" userId="59adf1ee6c097153" providerId="LiveId" clId="{BBFE42C8-F347-4121-8330-973D3BDEED3B}" dt="2026-05-17T11:27:06.707" v="69" actId="478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Tanjina Akter" userId="59adf1ee6c097153" providerId="LiveId" clId="{BBFE42C8-F347-4121-8330-973D3BDEED3B}" dt="2026-05-17T11:27:55.710" v="81"/>
          <ac:spMkLst>
            <pc:docMk/>
            <pc:sldMk cId="0" sldId="260"/>
            <ac:spMk id="60" creationId="{034B997A-E540-5B39-2458-52A6BF10C682}"/>
          </ac:spMkLst>
        </pc:spChg>
        <pc:spChg chg="add mod">
          <ac:chgData name="Tanjina Akter" userId="59adf1ee6c097153" providerId="LiveId" clId="{BBFE42C8-F347-4121-8330-973D3BDEED3B}" dt="2026-05-17T11:29:38.325" v="132" actId="20577"/>
          <ac:spMkLst>
            <pc:docMk/>
            <pc:sldMk cId="0" sldId="260"/>
            <ac:spMk id="61" creationId="{95F3CD6F-35A0-74DB-7058-DA268ED468AD}"/>
          </ac:spMkLst>
        </pc:spChg>
      </pc:sldChg>
      <pc:sldChg chg="addSp delSp modSp mod">
        <pc:chgData name="Tanjina Akter" userId="59adf1ee6c097153" providerId="LiveId" clId="{BBFE42C8-F347-4121-8330-973D3BDEED3B}" dt="2026-05-17T11:29:42.797" v="134" actId="20577"/>
        <pc:sldMkLst>
          <pc:docMk/>
          <pc:sldMk cId="0" sldId="261"/>
        </pc:sldMkLst>
        <pc:spChg chg="del">
          <ac:chgData name="Tanjina Akter" userId="59adf1ee6c097153" providerId="LiveId" clId="{BBFE42C8-F347-4121-8330-973D3BDEED3B}" dt="2026-05-17T11:27:09.479" v="70" actId="478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Tanjina Akter" userId="59adf1ee6c097153" providerId="LiveId" clId="{BBFE42C8-F347-4121-8330-973D3BDEED3B}" dt="2026-05-17T11:27:57.063" v="82"/>
          <ac:spMkLst>
            <pc:docMk/>
            <pc:sldMk cId="0" sldId="261"/>
            <ac:spMk id="58" creationId="{0A70D01A-069D-3F68-E272-08D76F153B90}"/>
          </ac:spMkLst>
        </pc:spChg>
        <pc:spChg chg="add mod">
          <ac:chgData name="Tanjina Akter" userId="59adf1ee6c097153" providerId="LiveId" clId="{BBFE42C8-F347-4121-8330-973D3BDEED3B}" dt="2026-05-17T11:29:42.797" v="134" actId="20577"/>
          <ac:spMkLst>
            <pc:docMk/>
            <pc:sldMk cId="0" sldId="261"/>
            <ac:spMk id="59" creationId="{20B71EDA-FD94-E31D-4ED5-53D31B69B29B}"/>
          </ac:spMkLst>
        </pc:spChg>
      </pc:sldChg>
      <pc:sldChg chg="addSp delSp modSp mod">
        <pc:chgData name="Tanjina Akter" userId="59adf1ee6c097153" providerId="LiveId" clId="{BBFE42C8-F347-4121-8330-973D3BDEED3B}" dt="2026-05-17T11:29:50.997" v="137" actId="20577"/>
        <pc:sldMkLst>
          <pc:docMk/>
          <pc:sldMk cId="0" sldId="262"/>
        </pc:sldMkLst>
        <pc:spChg chg="del">
          <ac:chgData name="Tanjina Akter" userId="59adf1ee6c097153" providerId="LiveId" clId="{BBFE42C8-F347-4121-8330-973D3BDEED3B}" dt="2026-05-17T11:27:13.593" v="71" actId="478"/>
          <ac:spMkLst>
            <pc:docMk/>
            <pc:sldMk cId="0" sldId="262"/>
            <ac:spMk id="7" creationId="{00000000-0000-0000-0000-000000000000}"/>
          </ac:spMkLst>
        </pc:spChg>
        <pc:spChg chg="add mod">
          <ac:chgData name="Tanjina Akter" userId="59adf1ee6c097153" providerId="LiveId" clId="{BBFE42C8-F347-4121-8330-973D3BDEED3B}" dt="2026-05-17T11:28:53.856" v="109" actId="1076"/>
          <ac:spMkLst>
            <pc:docMk/>
            <pc:sldMk cId="0" sldId="262"/>
            <ac:spMk id="11" creationId="{45898950-76FE-541D-0C1C-A6979494670E}"/>
          </ac:spMkLst>
        </pc:spChg>
        <pc:spChg chg="add mod">
          <ac:chgData name="Tanjina Akter" userId="59adf1ee6c097153" providerId="LiveId" clId="{BBFE42C8-F347-4121-8330-973D3BDEED3B}" dt="2026-05-17T11:29:50.997" v="137" actId="20577"/>
          <ac:spMkLst>
            <pc:docMk/>
            <pc:sldMk cId="0" sldId="262"/>
            <ac:spMk id="12" creationId="{DA1C329E-0608-25DB-520E-F6A68DB58A0F}"/>
          </ac:spMkLst>
        </pc:spChg>
      </pc:sldChg>
      <pc:sldChg chg="addSp delSp modSp mod">
        <pc:chgData name="Tanjina Akter" userId="59adf1ee6c097153" providerId="LiveId" clId="{BBFE42C8-F347-4121-8330-973D3BDEED3B}" dt="2026-05-18T08:26:12.737" v="336" actId="20577"/>
        <pc:sldMkLst>
          <pc:docMk/>
          <pc:sldMk cId="0" sldId="263"/>
        </pc:sldMkLst>
        <pc:spChg chg="del">
          <ac:chgData name="Tanjina Akter" userId="59adf1ee6c097153" providerId="LiveId" clId="{BBFE42C8-F347-4121-8330-973D3BDEED3B}" dt="2026-05-17T11:27:16.313" v="72" actId="478"/>
          <ac:spMkLst>
            <pc:docMk/>
            <pc:sldMk cId="0" sldId="263"/>
            <ac:spMk id="7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6:12.737" v="336" actId="20577"/>
          <ac:spMkLst>
            <pc:docMk/>
            <pc:sldMk cId="0" sldId="263"/>
            <ac:spMk id="46" creationId="{00000000-0000-0000-0000-000000000000}"/>
          </ac:spMkLst>
        </pc:spChg>
        <pc:spChg chg="add mod">
          <ac:chgData name="Tanjina Akter" userId="59adf1ee6c097153" providerId="LiveId" clId="{BBFE42C8-F347-4121-8330-973D3BDEED3B}" dt="2026-05-17T11:28:00.449" v="84"/>
          <ac:spMkLst>
            <pc:docMk/>
            <pc:sldMk cId="0" sldId="263"/>
            <ac:spMk id="57" creationId="{0C6F402F-F140-2913-4127-AB1D85B7CFA0}"/>
          </ac:spMkLst>
        </pc:spChg>
        <pc:spChg chg="add mod">
          <ac:chgData name="Tanjina Akter" userId="59adf1ee6c097153" providerId="LiveId" clId="{BBFE42C8-F347-4121-8330-973D3BDEED3B}" dt="2026-05-18T08:18:41.687" v="240" actId="20577"/>
          <ac:spMkLst>
            <pc:docMk/>
            <pc:sldMk cId="0" sldId="263"/>
            <ac:spMk id="58" creationId="{1072A178-93EB-B388-AF47-18885956EC34}"/>
          </ac:spMkLst>
        </pc:spChg>
      </pc:sldChg>
      <pc:sldChg chg="addSp delSp modSp mod">
        <pc:chgData name="Tanjina Akter" userId="59adf1ee6c097153" providerId="LiveId" clId="{BBFE42C8-F347-4121-8330-973D3BDEED3B}" dt="2026-05-18T08:18:45.374" v="242" actId="20577"/>
        <pc:sldMkLst>
          <pc:docMk/>
          <pc:sldMk cId="0" sldId="264"/>
        </pc:sldMkLst>
        <pc:spChg chg="del">
          <ac:chgData name="Tanjina Akter" userId="59adf1ee6c097153" providerId="LiveId" clId="{BBFE42C8-F347-4121-8330-973D3BDEED3B}" dt="2026-05-17T11:27:18.891" v="73" actId="478"/>
          <ac:spMkLst>
            <pc:docMk/>
            <pc:sldMk cId="0" sldId="264"/>
            <ac:spMk id="7" creationId="{00000000-0000-0000-0000-000000000000}"/>
          </ac:spMkLst>
        </pc:spChg>
        <pc:spChg chg="add mod">
          <ac:chgData name="Tanjina Akter" userId="59adf1ee6c097153" providerId="LiveId" clId="{BBFE42C8-F347-4121-8330-973D3BDEED3B}" dt="2026-05-17T11:28:02.976" v="85"/>
          <ac:spMkLst>
            <pc:docMk/>
            <pc:sldMk cId="0" sldId="264"/>
            <ac:spMk id="8" creationId="{16AC93A4-ED16-25B6-12D6-7EAC46781D06}"/>
          </ac:spMkLst>
        </pc:spChg>
        <pc:spChg chg="add mod">
          <ac:chgData name="Tanjina Akter" userId="59adf1ee6c097153" providerId="LiveId" clId="{BBFE42C8-F347-4121-8330-973D3BDEED3B}" dt="2026-05-18T08:18:45.374" v="242" actId="20577"/>
          <ac:spMkLst>
            <pc:docMk/>
            <pc:sldMk cId="0" sldId="264"/>
            <ac:spMk id="9" creationId="{F766E9A0-109A-529D-6AE3-ED40CB5891C4}"/>
          </ac:spMkLst>
        </pc:spChg>
      </pc:sldChg>
      <pc:sldChg chg="addSp delSp modSp mod">
        <pc:chgData name="Tanjina Akter" userId="59adf1ee6c097153" providerId="LiveId" clId="{BBFE42C8-F347-4121-8330-973D3BDEED3B}" dt="2026-05-18T08:18:58.797" v="250" actId="20577"/>
        <pc:sldMkLst>
          <pc:docMk/>
          <pc:sldMk cId="0" sldId="265"/>
        </pc:sldMkLst>
        <pc:spChg chg="del">
          <ac:chgData name="Tanjina Akter" userId="59adf1ee6c097153" providerId="LiveId" clId="{BBFE42C8-F347-4121-8330-973D3BDEED3B}" dt="2026-05-17T11:27:23.928" v="75" actId="478"/>
          <ac:spMkLst>
            <pc:docMk/>
            <pc:sldMk cId="0" sldId="265"/>
            <ac:spMk id="7" creationId="{00000000-0000-0000-0000-000000000000}"/>
          </ac:spMkLst>
        </pc:spChg>
        <pc:spChg chg="add mod">
          <ac:chgData name="Tanjina Akter" userId="59adf1ee6c097153" providerId="LiveId" clId="{BBFE42C8-F347-4121-8330-973D3BDEED3B}" dt="2026-05-17T11:28:06.698" v="88"/>
          <ac:spMkLst>
            <pc:docMk/>
            <pc:sldMk cId="0" sldId="265"/>
            <ac:spMk id="25" creationId="{9A1F0077-17A1-7859-43DE-A8D05807CC34}"/>
          </ac:spMkLst>
        </pc:spChg>
        <pc:spChg chg="add mod">
          <ac:chgData name="Tanjina Akter" userId="59adf1ee6c097153" providerId="LiveId" clId="{BBFE42C8-F347-4121-8330-973D3BDEED3B}" dt="2026-05-18T08:18:58.797" v="250" actId="20577"/>
          <ac:spMkLst>
            <pc:docMk/>
            <pc:sldMk cId="0" sldId="265"/>
            <ac:spMk id="26" creationId="{AF76B691-92CD-6057-D175-91B137317A58}"/>
          </ac:spMkLst>
        </pc:spChg>
      </pc:sldChg>
      <pc:sldChg chg="addSp delSp modSp mod">
        <pc:chgData name="Tanjina Akter" userId="59adf1ee6c097153" providerId="LiveId" clId="{BBFE42C8-F347-4121-8330-973D3BDEED3B}" dt="2026-05-18T08:27:26.958" v="364" actId="20577"/>
        <pc:sldMkLst>
          <pc:docMk/>
          <pc:sldMk cId="0" sldId="266"/>
        </pc:sldMkLst>
        <pc:spChg chg="del">
          <ac:chgData name="Tanjina Akter" userId="59adf1ee6c097153" providerId="LiveId" clId="{BBFE42C8-F347-4121-8330-973D3BDEED3B}" dt="2026-05-17T11:27:27.020" v="76" actId="478"/>
          <ac:spMkLst>
            <pc:docMk/>
            <pc:sldMk cId="0" sldId="266"/>
            <ac:spMk id="7" creationId="{00000000-0000-0000-0000-000000000000}"/>
          </ac:spMkLst>
        </pc:spChg>
        <pc:spChg chg="add mod">
          <ac:chgData name="Tanjina Akter" userId="59adf1ee6c097153" providerId="LiveId" clId="{BBFE42C8-F347-4121-8330-973D3BDEED3B}" dt="2026-05-18T08:27:26.958" v="364" actId="20577"/>
          <ac:spMkLst>
            <pc:docMk/>
            <pc:sldMk cId="0" sldId="266"/>
            <ac:spMk id="7" creationId="{7F98B6C4-B513-EFC7-B2C0-54C226A72297}"/>
          </ac:spMkLst>
        </pc:spChg>
        <pc:spChg chg="mod">
          <ac:chgData name="Tanjina Akter" userId="59adf1ee6c097153" providerId="LiveId" clId="{BBFE42C8-F347-4121-8330-973D3BDEED3B}" dt="2026-05-18T08:27:16.178" v="361" actId="1035"/>
          <ac:spMkLst>
            <pc:docMk/>
            <pc:sldMk cId="0" sldId="266"/>
            <ac:spMk id="8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7:16.178" v="361" actId="1035"/>
          <ac:spMkLst>
            <pc:docMk/>
            <pc:sldMk cId="0" sldId="266"/>
            <ac:spMk id="9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7:16.178" v="361" actId="1035"/>
          <ac:spMkLst>
            <pc:docMk/>
            <pc:sldMk cId="0" sldId="266"/>
            <ac:spMk id="10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7:16.178" v="361" actId="103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6:51.315" v="348" actId="103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7:16.178" v="361" actId="1035"/>
          <ac:spMkLst>
            <pc:docMk/>
            <pc:sldMk cId="0" sldId="266"/>
            <ac:spMk id="13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7:16.178" v="361" actId="1035"/>
          <ac:spMkLst>
            <pc:docMk/>
            <pc:sldMk cId="0" sldId="266"/>
            <ac:spMk id="14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6:58.326" v="349" actId="1035"/>
          <ac:spMkLst>
            <pc:docMk/>
            <pc:sldMk cId="0" sldId="266"/>
            <ac:spMk id="16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7:16.178" v="361" actId="1035"/>
          <ac:spMkLst>
            <pc:docMk/>
            <pc:sldMk cId="0" sldId="266"/>
            <ac:spMk id="17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7:16.178" v="361" actId="1035"/>
          <ac:spMkLst>
            <pc:docMk/>
            <pc:sldMk cId="0" sldId="266"/>
            <ac:spMk id="18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7:16.178" v="361" actId="1035"/>
          <ac:spMkLst>
            <pc:docMk/>
            <pc:sldMk cId="0" sldId="266"/>
            <ac:spMk id="19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6:58.326" v="349" actId="1035"/>
          <ac:spMkLst>
            <pc:docMk/>
            <pc:sldMk cId="0" sldId="266"/>
            <ac:spMk id="21" creationId="{00000000-0000-0000-0000-000000000000}"/>
          </ac:spMkLst>
        </pc:spChg>
        <pc:spChg chg="mod">
          <ac:chgData name="Tanjina Akter" userId="59adf1ee6c097153" providerId="LiveId" clId="{BBFE42C8-F347-4121-8330-973D3BDEED3B}" dt="2026-05-18T08:27:16.178" v="361" actId="1035"/>
          <ac:spMkLst>
            <pc:docMk/>
            <pc:sldMk cId="0" sldId="266"/>
            <ac:spMk id="22" creationId="{00000000-0000-0000-0000-000000000000}"/>
          </ac:spMkLst>
        </pc:spChg>
        <pc:spChg chg="add mod">
          <ac:chgData name="Tanjina Akter" userId="59adf1ee6c097153" providerId="LiveId" clId="{BBFE42C8-F347-4121-8330-973D3BDEED3B}" dt="2026-05-17T11:28:08.538" v="89"/>
          <ac:spMkLst>
            <pc:docMk/>
            <pc:sldMk cId="0" sldId="266"/>
            <ac:spMk id="25" creationId="{462974D5-86BC-FBCE-90E0-52B57BBF6805}"/>
          </ac:spMkLst>
        </pc:spChg>
        <pc:spChg chg="add del mod">
          <ac:chgData name="Tanjina Akter" userId="59adf1ee6c097153" providerId="LiveId" clId="{BBFE42C8-F347-4121-8330-973D3BDEED3B}" dt="2026-05-18T08:27:11.861" v="350" actId="478"/>
          <ac:spMkLst>
            <pc:docMk/>
            <pc:sldMk cId="0" sldId="266"/>
            <ac:spMk id="26" creationId="{DACE9449-992B-3C90-6D6E-B4AA4051D2CF}"/>
          </ac:spMkLst>
        </pc:spChg>
      </pc:sldChg>
      <pc:sldChg chg="addSp delSp modSp mod">
        <pc:chgData name="Tanjina Akter" userId="59adf1ee6c097153" providerId="LiveId" clId="{BBFE42C8-F347-4121-8330-973D3BDEED3B}" dt="2026-05-17T11:29:34.043" v="130" actId="20577"/>
        <pc:sldMkLst>
          <pc:docMk/>
          <pc:sldMk cId="1543407565" sldId="267"/>
        </pc:sldMkLst>
        <pc:spChg chg="mod">
          <ac:chgData name="Tanjina Akter" userId="59adf1ee6c097153" providerId="LiveId" clId="{BBFE42C8-F347-4121-8330-973D3BDEED3B}" dt="2026-05-17T11:26:44.207" v="65" actId="14100"/>
          <ac:spMkLst>
            <pc:docMk/>
            <pc:sldMk cId="1543407565" sldId="267"/>
            <ac:spMk id="9" creationId="{BECFB418-B851-0D04-7EDF-91BE84388EA2}"/>
          </ac:spMkLst>
        </pc:spChg>
        <pc:spChg chg="del">
          <ac:chgData name="Tanjina Akter" userId="59adf1ee6c097153" providerId="LiveId" clId="{BBFE42C8-F347-4121-8330-973D3BDEED3B}" dt="2026-05-17T11:27:04.200" v="68" actId="478"/>
          <ac:spMkLst>
            <pc:docMk/>
            <pc:sldMk cId="1543407565" sldId="267"/>
            <ac:spMk id="55" creationId="{E7AD78E7-9308-3F42-E389-62C5364035A0}"/>
          </ac:spMkLst>
        </pc:spChg>
        <pc:spChg chg="mod">
          <ac:chgData name="Tanjina Akter" userId="59adf1ee6c097153" providerId="LiveId" clId="{BBFE42C8-F347-4121-8330-973D3BDEED3B}" dt="2026-05-17T11:26:40.698" v="64" actId="14100"/>
          <ac:spMkLst>
            <pc:docMk/>
            <pc:sldMk cId="1543407565" sldId="267"/>
            <ac:spMk id="68" creationId="{3F74E8D9-164C-ACA7-45B6-5A4C8E4DA884}"/>
          </ac:spMkLst>
        </pc:spChg>
        <pc:spChg chg="mod">
          <ac:chgData name="Tanjina Akter" userId="59adf1ee6c097153" providerId="LiveId" clId="{BBFE42C8-F347-4121-8330-973D3BDEED3B}" dt="2026-05-17T11:26:36.445" v="63" actId="14100"/>
          <ac:spMkLst>
            <pc:docMk/>
            <pc:sldMk cId="1543407565" sldId="267"/>
            <ac:spMk id="70" creationId="{DD7457AD-6847-F748-A2DB-3C493B9A6FCB}"/>
          </ac:spMkLst>
        </pc:spChg>
        <pc:spChg chg="add mod">
          <ac:chgData name="Tanjina Akter" userId="59adf1ee6c097153" providerId="LiveId" clId="{BBFE42C8-F347-4121-8330-973D3BDEED3B}" dt="2026-05-17T11:27:54.491" v="80"/>
          <ac:spMkLst>
            <pc:docMk/>
            <pc:sldMk cId="1543407565" sldId="267"/>
            <ac:spMk id="71" creationId="{0669F129-7726-BEAB-BBAF-045BCD349949}"/>
          </ac:spMkLst>
        </pc:spChg>
        <pc:spChg chg="add mod">
          <ac:chgData name="Tanjina Akter" userId="59adf1ee6c097153" providerId="LiveId" clId="{BBFE42C8-F347-4121-8330-973D3BDEED3B}" dt="2026-05-17T11:29:34.043" v="130" actId="20577"/>
          <ac:spMkLst>
            <pc:docMk/>
            <pc:sldMk cId="1543407565" sldId="267"/>
            <ac:spMk id="72" creationId="{862294E1-D95C-DA33-C05E-BE5E4868E145}"/>
          </ac:spMkLst>
        </pc:spChg>
      </pc:sldChg>
      <pc:sldChg chg="addSp delSp modSp mod">
        <pc:chgData name="Tanjina Akter" userId="59adf1ee6c097153" providerId="LiveId" clId="{BBFE42C8-F347-4121-8330-973D3BDEED3B}" dt="2026-05-18T08:18:51.703" v="246" actId="20577"/>
        <pc:sldMkLst>
          <pc:docMk/>
          <pc:sldMk cId="4059035450" sldId="268"/>
        </pc:sldMkLst>
        <pc:spChg chg="del">
          <ac:chgData name="Tanjina Akter" userId="59adf1ee6c097153" providerId="LiveId" clId="{BBFE42C8-F347-4121-8330-973D3BDEED3B}" dt="2026-05-17T11:27:21.561" v="74" actId="478"/>
          <ac:spMkLst>
            <pc:docMk/>
            <pc:sldMk cId="4059035450" sldId="268"/>
            <ac:spMk id="7" creationId="{D81C1AA3-297E-F6FA-7502-AA5E1CB0F846}"/>
          </ac:spMkLst>
        </pc:spChg>
        <pc:spChg chg="add mod">
          <ac:chgData name="Tanjina Akter" userId="59adf1ee6c097153" providerId="LiveId" clId="{BBFE42C8-F347-4121-8330-973D3BDEED3B}" dt="2026-05-17T11:28:04.039" v="86"/>
          <ac:spMkLst>
            <pc:docMk/>
            <pc:sldMk cId="4059035450" sldId="268"/>
            <ac:spMk id="8" creationId="{6D01A6FE-FD2E-9152-4920-36AE8815E41E}"/>
          </ac:spMkLst>
        </pc:spChg>
        <pc:spChg chg="add mod">
          <ac:chgData name="Tanjina Akter" userId="59adf1ee6c097153" providerId="LiveId" clId="{BBFE42C8-F347-4121-8330-973D3BDEED3B}" dt="2026-05-18T08:18:51.703" v="246" actId="20577"/>
          <ac:spMkLst>
            <pc:docMk/>
            <pc:sldMk cId="4059035450" sldId="268"/>
            <ac:spMk id="9" creationId="{37465E3B-7A37-124A-BC12-5ADEA63B2E55}"/>
          </ac:spMkLst>
        </pc:spChg>
      </pc:sldChg>
      <pc:sldChg chg="addSp delSp modSp mod">
        <pc:chgData name="Tanjina Akter" userId="59adf1ee6c097153" providerId="LiveId" clId="{BBFE42C8-F347-4121-8330-973D3BDEED3B}" dt="2026-05-18T08:18:54.830" v="248" actId="20577"/>
        <pc:sldMkLst>
          <pc:docMk/>
          <pc:sldMk cId="1287907261" sldId="269"/>
        </pc:sldMkLst>
        <pc:spChg chg="del">
          <ac:chgData name="Tanjina Akter" userId="59adf1ee6c097153" providerId="LiveId" clId="{BBFE42C8-F347-4121-8330-973D3BDEED3B}" dt="2026-05-17T11:30:09.519" v="144" actId="478"/>
          <ac:spMkLst>
            <pc:docMk/>
            <pc:sldMk cId="1287907261" sldId="269"/>
            <ac:spMk id="7" creationId="{BC029A0A-13AE-2E90-B7FE-891410F6AAC7}"/>
          </ac:spMkLst>
        </pc:spChg>
        <pc:spChg chg="add mod">
          <ac:chgData name="Tanjina Akter" userId="59adf1ee6c097153" providerId="LiveId" clId="{BBFE42C8-F347-4121-8330-973D3BDEED3B}" dt="2026-05-17T11:28:04.978" v="87"/>
          <ac:spMkLst>
            <pc:docMk/>
            <pc:sldMk cId="1287907261" sldId="269"/>
            <ac:spMk id="8" creationId="{B9C355CB-C538-EF23-838D-057221949144}"/>
          </ac:spMkLst>
        </pc:spChg>
        <pc:spChg chg="add mod">
          <ac:chgData name="Tanjina Akter" userId="59adf1ee6c097153" providerId="LiveId" clId="{BBFE42C8-F347-4121-8330-973D3BDEED3B}" dt="2026-05-18T08:18:54.830" v="248" actId="20577"/>
          <ac:spMkLst>
            <pc:docMk/>
            <pc:sldMk cId="1287907261" sldId="269"/>
            <ac:spMk id="9" creationId="{CCC7EEB5-E80D-4A87-1C2B-F6D144FAE918}"/>
          </ac:spMkLst>
        </pc:spChg>
      </pc:sldChg>
      <pc:sldChg chg="add del">
        <pc:chgData name="Tanjina Akter" userId="59adf1ee6c097153" providerId="LiveId" clId="{BBFE42C8-F347-4121-8330-973D3BDEED3B}" dt="2026-05-18T07:37:34.108" v="158" actId="47"/>
        <pc:sldMkLst>
          <pc:docMk/>
          <pc:sldMk cId="2637525673" sldId="271"/>
        </pc:sldMkLst>
      </pc:sldChg>
      <pc:sldChg chg="addSp delSp modSp add mod">
        <pc:chgData name="Tanjina Akter" userId="59adf1ee6c097153" providerId="LiveId" clId="{BBFE42C8-F347-4121-8330-973D3BDEED3B}" dt="2026-05-18T08:26:01.024" v="335" actId="1076"/>
        <pc:sldMkLst>
          <pc:docMk/>
          <pc:sldMk cId="4112262178" sldId="271"/>
        </pc:sldMkLst>
        <pc:spChg chg="del mod">
          <ac:chgData name="Tanjina Akter" userId="59adf1ee6c097153" providerId="LiveId" clId="{BBFE42C8-F347-4121-8330-973D3BDEED3B}" dt="2026-05-18T07:46:11.353" v="191" actId="478"/>
          <ac:spMkLst>
            <pc:docMk/>
            <pc:sldMk cId="4112262178" sldId="271"/>
            <ac:spMk id="2" creationId="{7E5FC3D6-C9D0-80AC-9BF7-48E9850BFC67}"/>
          </ac:spMkLst>
        </pc:spChg>
        <pc:spChg chg="del">
          <ac:chgData name="Tanjina Akter" userId="59adf1ee6c097153" providerId="LiveId" clId="{BBFE42C8-F347-4121-8330-973D3BDEED3B}" dt="2026-05-18T07:44:14.657" v="163" actId="478"/>
          <ac:spMkLst>
            <pc:docMk/>
            <pc:sldMk cId="4112262178" sldId="271"/>
            <ac:spMk id="4" creationId="{CA710ED1-C5E6-6F09-3B4D-5671B85B86A6}"/>
          </ac:spMkLst>
        </pc:spChg>
        <pc:spChg chg="del">
          <ac:chgData name="Tanjina Akter" userId="59adf1ee6c097153" providerId="LiveId" clId="{BBFE42C8-F347-4121-8330-973D3BDEED3B}" dt="2026-05-18T07:44:17.830" v="164" actId="478"/>
          <ac:spMkLst>
            <pc:docMk/>
            <pc:sldMk cId="4112262178" sldId="271"/>
            <ac:spMk id="6" creationId="{39A1DD36-E3CB-F130-1BFB-D90B9879A44C}"/>
          </ac:spMkLst>
        </pc:spChg>
        <pc:spChg chg="add del mod">
          <ac:chgData name="Tanjina Akter" userId="59adf1ee6c097153" providerId="LiveId" clId="{BBFE42C8-F347-4121-8330-973D3BDEED3B}" dt="2026-05-18T07:45:52.198" v="187" actId="478"/>
          <ac:spMkLst>
            <pc:docMk/>
            <pc:sldMk cId="4112262178" sldId="271"/>
            <ac:spMk id="7" creationId="{8E44F0A1-6F79-E3C6-7C54-9F9F856DBEB1}"/>
          </ac:spMkLst>
        </pc:spChg>
        <pc:spChg chg="add del mod">
          <ac:chgData name="Tanjina Akter" userId="59adf1ee6c097153" providerId="LiveId" clId="{BBFE42C8-F347-4121-8330-973D3BDEED3B}" dt="2026-05-18T07:45:53.941" v="188" actId="478"/>
          <ac:spMkLst>
            <pc:docMk/>
            <pc:sldMk cId="4112262178" sldId="271"/>
            <ac:spMk id="11" creationId="{432377A0-74D0-7FFD-F383-0D0C7D514BF7}"/>
          </ac:spMkLst>
        </pc:spChg>
        <pc:spChg chg="del mod">
          <ac:chgData name="Tanjina Akter" userId="59adf1ee6c097153" providerId="LiveId" clId="{BBFE42C8-F347-4121-8330-973D3BDEED3B}" dt="2026-05-18T07:46:51.154" v="205" actId="478"/>
          <ac:spMkLst>
            <pc:docMk/>
            <pc:sldMk cId="4112262178" sldId="271"/>
            <ac:spMk id="12" creationId="{84A3D731-B61A-DAF1-C96E-410FA1714736}"/>
          </ac:spMkLst>
        </pc:spChg>
        <pc:spChg chg="add mod">
          <ac:chgData name="Tanjina Akter" userId="59adf1ee6c097153" providerId="LiveId" clId="{BBFE42C8-F347-4121-8330-973D3BDEED3B}" dt="2026-05-18T07:46:56.565" v="206" actId="14100"/>
          <ac:spMkLst>
            <pc:docMk/>
            <pc:sldMk cId="4112262178" sldId="271"/>
            <ac:spMk id="13" creationId="{6656F875-79AE-7CF4-5213-B4CB199A09F7}"/>
          </ac:spMkLst>
        </pc:spChg>
        <pc:spChg chg="add mod">
          <ac:chgData name="Tanjina Akter" userId="59adf1ee6c097153" providerId="LiveId" clId="{BBFE42C8-F347-4121-8330-973D3BDEED3B}" dt="2026-05-18T08:18:37.706" v="238" actId="20577"/>
          <ac:spMkLst>
            <pc:docMk/>
            <pc:sldMk cId="4112262178" sldId="271"/>
            <ac:spMk id="26" creationId="{05A346CB-0E78-3508-BBAC-D42A6C22EF88}"/>
          </ac:spMkLst>
        </pc:spChg>
        <pc:graphicFrameChg chg="del">
          <ac:chgData name="Tanjina Akter" userId="59adf1ee6c097153" providerId="LiveId" clId="{BBFE42C8-F347-4121-8330-973D3BDEED3B}" dt="2026-05-18T07:38:00.801" v="160" actId="478"/>
          <ac:graphicFrameMkLst>
            <pc:docMk/>
            <pc:sldMk cId="4112262178" sldId="271"/>
            <ac:graphicFrameMk id="8" creationId="{97AB0B79-CF09-6E81-D1B3-04185E55D1A4}"/>
          </ac:graphicFrameMkLst>
        </pc:graphicFrameChg>
        <pc:graphicFrameChg chg="del">
          <ac:chgData name="Tanjina Akter" userId="59adf1ee6c097153" providerId="LiveId" clId="{BBFE42C8-F347-4121-8330-973D3BDEED3B}" dt="2026-05-18T07:38:03.625" v="161" actId="478"/>
          <ac:graphicFrameMkLst>
            <pc:docMk/>
            <pc:sldMk cId="4112262178" sldId="271"/>
            <ac:graphicFrameMk id="9" creationId="{828B2BF6-18D0-AB80-E54C-A4338C62CB8C}"/>
          </ac:graphicFrameMkLst>
        </pc:graphicFrameChg>
        <pc:graphicFrameChg chg="del">
          <ac:chgData name="Tanjina Akter" userId="59adf1ee6c097153" providerId="LiveId" clId="{BBFE42C8-F347-4121-8330-973D3BDEED3B}" dt="2026-05-18T07:38:05.717" v="162" actId="478"/>
          <ac:graphicFrameMkLst>
            <pc:docMk/>
            <pc:sldMk cId="4112262178" sldId="271"/>
            <ac:graphicFrameMk id="10" creationId="{13213AE0-2C05-CCD9-9C29-A8F5918693AE}"/>
          </ac:graphicFrameMkLst>
        </pc:graphicFrameChg>
        <pc:picChg chg="del">
          <ac:chgData name="Tanjina Akter" userId="59adf1ee6c097153" providerId="LiveId" clId="{BBFE42C8-F347-4121-8330-973D3BDEED3B}" dt="2026-05-18T07:44:19.616" v="165" actId="478"/>
          <ac:picMkLst>
            <pc:docMk/>
            <pc:sldMk cId="4112262178" sldId="271"/>
            <ac:picMk id="5" creationId="{CEB361D1-A5A7-523D-FF43-24C6815E2768}"/>
          </ac:picMkLst>
        </pc:picChg>
        <pc:picChg chg="add del mod">
          <ac:chgData name="Tanjina Akter" userId="59adf1ee6c097153" providerId="LiveId" clId="{BBFE42C8-F347-4121-8330-973D3BDEED3B}" dt="2026-05-18T07:46:08.628" v="190" actId="478"/>
          <ac:picMkLst>
            <pc:docMk/>
            <pc:sldMk cId="4112262178" sldId="271"/>
            <ac:picMk id="15" creationId="{4C6047BD-7913-A948-3D5E-9D2BE193858A}"/>
          </ac:picMkLst>
        </pc:picChg>
        <pc:picChg chg="add del mod">
          <ac:chgData name="Tanjina Akter" userId="59adf1ee6c097153" providerId="LiveId" clId="{BBFE42C8-F347-4121-8330-973D3BDEED3B}" dt="2026-05-18T07:47:10.208" v="212" actId="478"/>
          <ac:picMkLst>
            <pc:docMk/>
            <pc:sldMk cId="4112262178" sldId="271"/>
            <ac:picMk id="17" creationId="{A0CB2A1E-DE78-2509-D052-FC4951DD9094}"/>
          </ac:picMkLst>
        </pc:picChg>
        <pc:picChg chg="add mod">
          <ac:chgData name="Tanjina Akter" userId="59adf1ee6c097153" providerId="LiveId" clId="{BBFE42C8-F347-4121-8330-973D3BDEED3B}" dt="2026-05-18T08:25:55.353" v="334" actId="1076"/>
          <ac:picMkLst>
            <pc:docMk/>
            <pc:sldMk cId="4112262178" sldId="271"/>
            <ac:picMk id="19" creationId="{34BD8631-EC15-8401-DA98-BA0F9AE309BE}"/>
          </ac:picMkLst>
        </pc:picChg>
        <pc:picChg chg="add mod">
          <ac:chgData name="Tanjina Akter" userId="59adf1ee6c097153" providerId="LiveId" clId="{BBFE42C8-F347-4121-8330-973D3BDEED3B}" dt="2026-05-18T08:26:01.024" v="335" actId="1076"/>
          <ac:picMkLst>
            <pc:docMk/>
            <pc:sldMk cId="4112262178" sldId="271"/>
            <ac:picMk id="21" creationId="{DF74475E-56DE-5299-0C44-95D26D01853A}"/>
          </ac:picMkLst>
        </pc:picChg>
        <pc:picChg chg="add del mod">
          <ac:chgData name="Tanjina Akter" userId="59adf1ee6c097153" providerId="LiveId" clId="{BBFE42C8-F347-4121-8330-973D3BDEED3B}" dt="2026-05-18T08:17:40.803" v="232" actId="478"/>
          <ac:picMkLst>
            <pc:docMk/>
            <pc:sldMk cId="4112262178" sldId="271"/>
            <ac:picMk id="23" creationId="{0057006E-1E16-561F-5C25-76DDADCB063A}"/>
          </ac:picMkLst>
        </pc:picChg>
        <pc:picChg chg="add mod">
          <ac:chgData name="Tanjina Akter" userId="59adf1ee6c097153" providerId="LiveId" clId="{BBFE42C8-F347-4121-8330-973D3BDEED3B}" dt="2026-05-18T08:25:54.070" v="333" actId="1076"/>
          <ac:picMkLst>
            <pc:docMk/>
            <pc:sldMk cId="4112262178" sldId="271"/>
            <ac:picMk id="25" creationId="{00D7CC7D-81E1-FC7D-CC51-951C698BDDED}"/>
          </ac:picMkLst>
        </pc:picChg>
      </pc:sldChg>
      <pc:sldChg chg="addSp delSp modSp add mod setBg">
        <pc:chgData name="Tanjina Akter" userId="59adf1ee6c097153" providerId="LiveId" clId="{BBFE42C8-F347-4121-8330-973D3BDEED3B}" dt="2026-05-18T08:25:16.107" v="330" actId="1076"/>
        <pc:sldMkLst>
          <pc:docMk/>
          <pc:sldMk cId="3387003043" sldId="272"/>
        </pc:sldMkLst>
        <pc:spChg chg="mod">
          <ac:chgData name="Tanjina Akter" userId="59adf1ee6c097153" providerId="LiveId" clId="{BBFE42C8-F347-4121-8330-973D3BDEED3B}" dt="2026-05-18T08:19:21.993" v="274" actId="20577"/>
          <ac:spMkLst>
            <pc:docMk/>
            <pc:sldMk cId="3387003043" sldId="272"/>
            <ac:spMk id="6" creationId="{D42AD1C5-731F-8BCB-F839-0044DEEB3B4F}"/>
          </ac:spMkLst>
        </pc:spChg>
        <pc:spChg chg="del">
          <ac:chgData name="Tanjina Akter" userId="59adf1ee6c097153" providerId="LiveId" clId="{BBFE42C8-F347-4121-8330-973D3BDEED3B}" dt="2026-05-18T08:19:27.430" v="275" actId="478"/>
          <ac:spMkLst>
            <pc:docMk/>
            <pc:sldMk cId="3387003043" sldId="272"/>
            <ac:spMk id="8" creationId="{41D25D28-AAE3-D130-FDCA-1EE9CE20E9BE}"/>
          </ac:spMkLst>
        </pc:spChg>
        <pc:spChg chg="del">
          <ac:chgData name="Tanjina Akter" userId="59adf1ee6c097153" providerId="LiveId" clId="{BBFE42C8-F347-4121-8330-973D3BDEED3B}" dt="2026-05-18T08:19:27.430" v="275" actId="478"/>
          <ac:spMkLst>
            <pc:docMk/>
            <pc:sldMk cId="3387003043" sldId="272"/>
            <ac:spMk id="10" creationId="{3A2FF1D9-710C-DDCB-6056-DB59D20C59E4}"/>
          </ac:spMkLst>
        </pc:spChg>
        <pc:spChg chg="del">
          <ac:chgData name="Tanjina Akter" userId="59adf1ee6c097153" providerId="LiveId" clId="{BBFE42C8-F347-4121-8330-973D3BDEED3B}" dt="2026-05-18T08:19:27.430" v="275" actId="478"/>
          <ac:spMkLst>
            <pc:docMk/>
            <pc:sldMk cId="3387003043" sldId="272"/>
            <ac:spMk id="12" creationId="{E77481EA-2D10-4C22-0AED-CE28B94F18F9}"/>
          </ac:spMkLst>
        </pc:spChg>
        <pc:spChg chg="del">
          <ac:chgData name="Tanjina Akter" userId="59adf1ee6c097153" providerId="LiveId" clId="{BBFE42C8-F347-4121-8330-973D3BDEED3B}" dt="2026-05-18T08:19:27.430" v="275" actId="478"/>
          <ac:spMkLst>
            <pc:docMk/>
            <pc:sldMk cId="3387003043" sldId="272"/>
            <ac:spMk id="13" creationId="{ACCCEBC5-51BD-3E59-16B4-BA7F68C69F46}"/>
          </ac:spMkLst>
        </pc:spChg>
        <pc:spChg chg="del">
          <ac:chgData name="Tanjina Akter" userId="59adf1ee6c097153" providerId="LiveId" clId="{BBFE42C8-F347-4121-8330-973D3BDEED3B}" dt="2026-05-18T08:19:27.430" v="275" actId="478"/>
          <ac:spMkLst>
            <pc:docMk/>
            <pc:sldMk cId="3387003043" sldId="272"/>
            <ac:spMk id="14" creationId="{34F66636-1BF0-0DEE-3907-7A2D7061AB5D}"/>
          </ac:spMkLst>
        </pc:spChg>
        <pc:spChg chg="del">
          <ac:chgData name="Tanjina Akter" userId="59adf1ee6c097153" providerId="LiveId" clId="{BBFE42C8-F347-4121-8330-973D3BDEED3B}" dt="2026-05-18T08:19:27.430" v="275" actId="478"/>
          <ac:spMkLst>
            <pc:docMk/>
            <pc:sldMk cId="3387003043" sldId="272"/>
            <ac:spMk id="16" creationId="{705A3F29-A53E-AE7C-9A8D-CCE47B257BC2}"/>
          </ac:spMkLst>
        </pc:spChg>
        <pc:spChg chg="del">
          <ac:chgData name="Tanjina Akter" userId="59adf1ee6c097153" providerId="LiveId" clId="{BBFE42C8-F347-4121-8330-973D3BDEED3B}" dt="2026-05-18T08:19:27.430" v="275" actId="478"/>
          <ac:spMkLst>
            <pc:docMk/>
            <pc:sldMk cId="3387003043" sldId="272"/>
            <ac:spMk id="17" creationId="{602B0EB9-9DC9-FEBC-3108-C9A71C9A49EB}"/>
          </ac:spMkLst>
        </pc:spChg>
        <pc:spChg chg="del">
          <ac:chgData name="Tanjina Akter" userId="59adf1ee6c097153" providerId="LiveId" clId="{BBFE42C8-F347-4121-8330-973D3BDEED3B}" dt="2026-05-18T08:19:27.430" v="275" actId="478"/>
          <ac:spMkLst>
            <pc:docMk/>
            <pc:sldMk cId="3387003043" sldId="272"/>
            <ac:spMk id="18" creationId="{5F883362-04C3-6C1B-D33E-DA2364CE6FCA}"/>
          </ac:spMkLst>
        </pc:spChg>
        <pc:spChg chg="del">
          <ac:chgData name="Tanjina Akter" userId="59adf1ee6c097153" providerId="LiveId" clId="{BBFE42C8-F347-4121-8330-973D3BDEED3B}" dt="2026-05-18T08:19:27.430" v="275" actId="478"/>
          <ac:spMkLst>
            <pc:docMk/>
            <pc:sldMk cId="3387003043" sldId="272"/>
            <ac:spMk id="19" creationId="{2D796B99-D0CE-5A6A-5050-E2E278240FE4}"/>
          </ac:spMkLst>
        </pc:spChg>
        <pc:spChg chg="del">
          <ac:chgData name="Tanjina Akter" userId="59adf1ee6c097153" providerId="LiveId" clId="{BBFE42C8-F347-4121-8330-973D3BDEED3B}" dt="2026-05-18T08:19:27.430" v="275" actId="478"/>
          <ac:spMkLst>
            <pc:docMk/>
            <pc:sldMk cId="3387003043" sldId="272"/>
            <ac:spMk id="21" creationId="{313E90FF-9DCA-0FE6-0668-1D37805C699A}"/>
          </ac:spMkLst>
        </pc:spChg>
        <pc:spChg chg="del mod">
          <ac:chgData name="Tanjina Akter" userId="59adf1ee6c097153" providerId="LiveId" clId="{BBFE42C8-F347-4121-8330-973D3BDEED3B}" dt="2026-05-18T08:19:35.863" v="280" actId="478"/>
          <ac:spMkLst>
            <pc:docMk/>
            <pc:sldMk cId="3387003043" sldId="272"/>
            <ac:spMk id="22" creationId="{F64B95F9-1217-6971-A435-E836DC713B35}"/>
          </ac:spMkLst>
        </pc:spChg>
        <pc:spChg chg="del mod">
          <ac:chgData name="Tanjina Akter" userId="59adf1ee6c097153" providerId="LiveId" clId="{BBFE42C8-F347-4121-8330-973D3BDEED3B}" dt="2026-05-18T08:19:31.004" v="277" actId="478"/>
          <ac:spMkLst>
            <pc:docMk/>
            <pc:sldMk cId="3387003043" sldId="272"/>
            <ac:spMk id="24" creationId="{25D32A91-433F-D9AA-22B3-923A6B399E9D}"/>
          </ac:spMkLst>
        </pc:spChg>
        <pc:spChg chg="mod">
          <ac:chgData name="Tanjina Akter" userId="59adf1ee6c097153" providerId="LiveId" clId="{BBFE42C8-F347-4121-8330-973D3BDEED3B}" dt="2026-05-18T08:19:11.292" v="255" actId="20577"/>
          <ac:spMkLst>
            <pc:docMk/>
            <pc:sldMk cId="3387003043" sldId="272"/>
            <ac:spMk id="26" creationId="{9C38AF4F-FDDC-DBB8-1BCF-D91E532F88DF}"/>
          </ac:spMkLst>
        </pc:spChg>
        <pc:spChg chg="add mod">
          <ac:chgData name="Tanjina Akter" userId="59adf1ee6c097153" providerId="LiveId" clId="{BBFE42C8-F347-4121-8330-973D3BDEED3B}" dt="2026-05-18T08:25:14.575" v="329" actId="1076"/>
          <ac:spMkLst>
            <pc:docMk/>
            <pc:sldMk cId="3387003043" sldId="272"/>
            <ac:spMk id="28" creationId="{409C5DB9-2E3A-2780-48B4-2BB8F2BD2EB1}"/>
          </ac:spMkLst>
        </pc:spChg>
        <pc:picChg chg="add del mod">
          <ac:chgData name="Tanjina Akter" userId="59adf1ee6c097153" providerId="LiveId" clId="{BBFE42C8-F347-4121-8330-973D3BDEED3B}" dt="2026-05-18T08:22:33.847" v="292" actId="478"/>
          <ac:picMkLst>
            <pc:docMk/>
            <pc:sldMk cId="3387003043" sldId="272"/>
            <ac:picMk id="23" creationId="{16510FC1-DEFE-40D8-EA86-26A0A74B77E7}"/>
          </ac:picMkLst>
        </pc:picChg>
        <pc:picChg chg="add mod">
          <ac:chgData name="Tanjina Akter" userId="59adf1ee6c097153" providerId="LiveId" clId="{BBFE42C8-F347-4121-8330-973D3BDEED3B}" dt="2026-05-18T08:25:16.107" v="330" actId="1076"/>
          <ac:picMkLst>
            <pc:docMk/>
            <pc:sldMk cId="3387003043" sldId="272"/>
            <ac:picMk id="27" creationId="{B411B0A6-5FDB-A009-BF69-ED39A191FC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DistilBERT Training Loss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2.0049999999999999</c:v>
                </c:pt>
                <c:pt idx="1">
                  <c:v>0.67300000000000004</c:v>
                </c:pt>
                <c:pt idx="2">
                  <c:v>0.38500000000000001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1BF-4628-AB7D-69B9CD39D0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81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1.7150000000000001</c:v>
                </c:pt>
                <c:pt idx="1">
                  <c:v>0.57899999999999996</c:v>
                </c:pt>
                <c:pt idx="2">
                  <c:v>0.34200000000000003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1BF-4628-AB7D-69B9CD39D0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Model Accuracy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44A-4887-9AB3-ED1EF1587702}"/>
              </c:ext>
            </c:extLst>
          </c:dPt>
          <c:dPt>
            <c:idx val="1"/>
            <c:invertIfNegative val="0"/>
            <c:bubble3D val="0"/>
            <c:spPr>
              <a:solidFill>
                <a:srgbClr val="1A30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4A-4887-9AB3-ED1EF1587702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4A-4887-9AB3-ED1EF158770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F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DistilBERT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99.48</c:v>
                </c:pt>
                <c:pt idx="1">
                  <c:v>99.48</c:v>
                </c:pt>
                <c:pt idx="2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44A-4887-9AB3-ED1EF15877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618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E43E-4416-BBE5-EB3A-27F43D1B9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43C41-1F21-9D17-6670-702045831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023FD-88E4-9669-57AB-CC8C39BD8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EFFA6-505F-9344-79B6-E7DCC4C3C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75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3219B-AC88-50F9-15FD-0F0A43F1C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76DA2-EF58-7C26-8BA2-F7C412E39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F4BEE-7B44-65F1-A411-3F44F7A25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09DAC-D090-4A6B-BA4C-4E7993A61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7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E310-51A1-BE68-5859-A866C6B3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BCF6D-5C39-516B-7A0B-D34E895C5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D30BA-D179-9D6C-C969-64D235C72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E29E4-6810-4528-135D-8B7316E16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79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E690C-9C0F-E99B-BA2B-03B2C9D0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30414-E92C-BC1C-4898-09431B218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F4417-40FC-455C-1687-073DC1925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95B53-AE06-5690-39E6-E74EDEF13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27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BC6D-9DAB-4624-426F-8A129B12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8C92C-1F5E-BACB-AD1B-BD384C0DF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9DA8C-BE68-B2FE-A75A-DFF721F82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9DE47-894F-AC7E-10EE-AF1B45D9A5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92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BA86-D24E-9905-EADC-99EDDF13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F2DCE-449A-C018-52CF-3C54C4884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067F2-5D9E-5D09-A53B-3CEF85B67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E0B90-D185-E78D-2CE9-B5155A78E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79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youtu.be/bJxBP0Cj1p8" TargetMode="Externa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228600" cy="50154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527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B4D8"/>
                </a:solidFill>
              </a:rPr>
              <a:t>Skill-Based Resume Ranking System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710115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with Explainable AI for Recruitment Automation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2080260"/>
            <a:ext cx="6858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645663"/>
            <a:ext cx="3437321" cy="146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90E0EF"/>
                </a:solidFill>
              </a:rPr>
              <a:t>TEAM MEMBERS</a:t>
            </a: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Tanjina Akter Nisa  —  22201086</a:t>
            </a:r>
          </a:p>
          <a:p>
            <a:r>
              <a:rPr lang="en-US" sz="2000" dirty="0">
                <a:solidFill>
                  <a:srgbClr val="FFFFFF"/>
                </a:solidFill>
              </a:rPr>
              <a:t>Md. </a:t>
            </a:r>
            <a:r>
              <a:rPr lang="en-US" sz="2000" dirty="0" err="1">
                <a:solidFill>
                  <a:srgbClr val="FFFFFF"/>
                </a:solidFill>
              </a:rPr>
              <a:t>Daudul</a:t>
            </a:r>
            <a:r>
              <a:rPr lang="en-US" sz="2000" dirty="0">
                <a:solidFill>
                  <a:srgbClr val="FFFFFF"/>
                </a:solidFill>
              </a:rPr>
              <a:t> Islam  —  22201088</a:t>
            </a:r>
          </a:p>
          <a:p>
            <a:r>
              <a:rPr lang="en-US" sz="2000" dirty="0">
                <a:solidFill>
                  <a:srgbClr val="FFFFFF"/>
                </a:solidFill>
              </a:rPr>
              <a:t>Saswata Ghosal  —  22201090</a:t>
            </a:r>
            <a:endParaRPr lang="en-US" sz="2000" dirty="0"/>
          </a:p>
        </p:txBody>
      </p:sp>
      <p:sp>
        <p:nvSpPr>
          <p:cNvPr id="19" name="Shape 3"/>
          <p:cNvSpPr/>
          <p:nvPr/>
        </p:nvSpPr>
        <p:spPr>
          <a:xfrm>
            <a:off x="548640" y="1402772"/>
            <a:ext cx="7812578" cy="54226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sz="2800" dirty="0">
                <a:solidFill>
                  <a:srgbClr val="FFFFFF"/>
                </a:solidFill>
              </a:rPr>
              <a:t>CSE-414 · Machine Learning and Deep Learning Lab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21" name="Shape 12"/>
          <p:cNvSpPr/>
          <p:nvPr/>
        </p:nvSpPr>
        <p:spPr>
          <a:xfrm>
            <a:off x="5619403" y="2854695"/>
            <a:ext cx="2741815" cy="1369833"/>
          </a:xfrm>
          <a:prstGeom prst="rect">
            <a:avLst/>
          </a:prstGeom>
          <a:solidFill>
            <a:srgbClr val="1A305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sz="2000" b="1" dirty="0">
                <a:solidFill>
                  <a:srgbClr val="90E0EF"/>
                </a:solidFill>
              </a:rPr>
              <a:t>Course Teacher</a:t>
            </a:r>
            <a:endParaRPr lang="en-US" sz="2000" dirty="0"/>
          </a:p>
          <a:p>
            <a:r>
              <a:rPr lang="en-US" sz="2000" b="1" dirty="0">
                <a:solidFill>
                  <a:srgbClr val="FFFFFF"/>
                </a:solidFill>
              </a:rPr>
              <a:t>Faria Zarin Subah</a:t>
            </a:r>
          </a:p>
          <a:p>
            <a:r>
              <a:rPr lang="en-US" sz="2000" dirty="0">
                <a:solidFill>
                  <a:srgbClr val="90E0EF"/>
                </a:solidFill>
              </a:rPr>
              <a:t>Assistant Professor    University of Asia Pacific</a:t>
            </a:r>
            <a:endParaRPr lang="en-US" sz="2000" dirty="0"/>
          </a:p>
        </p:txBody>
      </p:sp>
      <p:sp>
        <p:nvSpPr>
          <p:cNvPr id="22" name="Text 13"/>
          <p:cNvSpPr/>
          <p:nvPr/>
        </p:nvSpPr>
        <p:spPr>
          <a:xfrm>
            <a:off x="3894521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3" name="Text 14"/>
          <p:cNvSpPr/>
          <p:nvPr/>
        </p:nvSpPr>
        <p:spPr>
          <a:xfrm>
            <a:off x="3894521" y="4096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53212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8" y="2331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4008"/>
            <a:ext cx="8229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Objective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100584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1005840"/>
            <a:ext cx="10972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F3C"/>
                </a:solidFill>
              </a:rPr>
              <a:t>🎯  Automate Resume Screening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9768" y="14813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Eliminate manual, time-consuming CV review by using ML and DL models to automatically analyze, score, and rank candidates.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00600" y="100584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005840"/>
            <a:ext cx="10972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01768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F3C"/>
                </a:solidFill>
              </a:rPr>
              <a:t>⚖️  Reduce Hiring Bias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001768" y="14813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Provide an objective, skill-driven evaluation that removes subjective human bias from the shortlisting process.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28600" y="288036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8600" y="2880360"/>
            <a:ext cx="10972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" y="29900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F3C"/>
                </a:solidFill>
              </a:rPr>
              <a:t>🔍  Explainable AI (XAI)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29768" y="335584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Every score is transparent — HR can see matched skills, missing skills, score breakdown, and AI-generated improvement suggestions.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800600" y="288036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00600" y="2880360"/>
            <a:ext cx="10972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01768" y="29900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F3C"/>
                </a:solidFill>
              </a:rPr>
              <a:t>⚡  Save Time &amp; Cost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001768" y="335584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Reduce CV screening from days to seconds. Support batch processing of multiple PDFs with ranked output and CSV export.</a:t>
            </a:r>
            <a:endParaRPr lang="en-US" sz="16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187A93-0F1A-28AD-0854-2B0D055BA486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48640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27" y="13487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4008"/>
            <a:ext cx="8229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Societal Impact &amp; Motivation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74320" y="724592"/>
            <a:ext cx="2651760" cy="1152699"/>
          </a:xfrm>
          <a:prstGeom prst="rect">
            <a:avLst/>
          </a:prstGeom>
          <a:solidFill>
            <a:srgbClr val="1A305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sz="2000" b="1" dirty="0">
                <a:solidFill>
                  <a:srgbClr val="00B4D8"/>
                </a:solidFill>
              </a:rPr>
              <a:t>72%</a:t>
            </a:r>
            <a:endParaRPr lang="en-US" sz="2000" dirty="0"/>
          </a:p>
          <a:p>
            <a:pPr algn="ctr"/>
            <a:r>
              <a:rPr lang="en-US" dirty="0">
                <a:solidFill>
                  <a:srgbClr val="FFFFFF"/>
                </a:solidFill>
              </a:rPr>
              <a:t>of HR time</a:t>
            </a:r>
            <a:endParaRPr lang="en-US" dirty="0"/>
          </a:p>
          <a:p>
            <a:pPr algn="ctr"/>
            <a:r>
              <a:rPr lang="en-US" dirty="0">
                <a:solidFill>
                  <a:srgbClr val="FFFFFF"/>
                </a:solidFill>
              </a:rPr>
              <a:t>spent on screening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4320" y="1428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0" y="724592"/>
            <a:ext cx="2651760" cy="1152699"/>
          </a:xfrm>
          <a:prstGeom prst="rect">
            <a:avLst/>
          </a:prstGeom>
          <a:solidFill>
            <a:srgbClr val="1A305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sz="2000" b="1" dirty="0">
                <a:solidFill>
                  <a:srgbClr val="00B4D8"/>
                </a:solidFill>
              </a:rPr>
              <a:t>250+</a:t>
            </a:r>
            <a:endParaRPr lang="en-US" sz="2000" dirty="0"/>
          </a:p>
          <a:p>
            <a:pPr algn="ctr"/>
            <a:r>
              <a:rPr lang="en-US" dirty="0">
                <a:solidFill>
                  <a:srgbClr val="FFFFFF"/>
                </a:solidFill>
              </a:rPr>
              <a:t>CVs received</a:t>
            </a:r>
            <a:endParaRPr lang="en-US" dirty="0"/>
          </a:p>
          <a:p>
            <a:pPr algn="ctr"/>
            <a:r>
              <a:rPr lang="en-US" dirty="0">
                <a:solidFill>
                  <a:srgbClr val="FFFFFF"/>
                </a:solidFill>
              </a:rPr>
              <a:t>per job posting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00400" y="7703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126480" y="724592"/>
            <a:ext cx="2651760" cy="1152699"/>
          </a:xfrm>
          <a:prstGeom prst="rect">
            <a:avLst/>
          </a:prstGeom>
          <a:solidFill>
            <a:srgbClr val="1A305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sz="2000" b="1" dirty="0">
                <a:solidFill>
                  <a:srgbClr val="00B4D8"/>
                </a:solidFill>
              </a:rPr>
              <a:t>10s</a:t>
            </a:r>
            <a:endParaRPr lang="en-US" sz="2000" dirty="0"/>
          </a:p>
          <a:p>
            <a:pPr algn="ctr"/>
            <a:r>
              <a:rPr lang="en-US" dirty="0">
                <a:solidFill>
                  <a:srgbClr val="FFFFFF"/>
                </a:solidFill>
              </a:rPr>
              <a:t>average time spent</a:t>
            </a:r>
            <a:endParaRPr lang="en-US" dirty="0"/>
          </a:p>
          <a:p>
            <a:pPr algn="ctr"/>
            <a:r>
              <a:rPr lang="en-US" dirty="0">
                <a:solidFill>
                  <a:srgbClr val="FFFFFF"/>
                </a:solidFill>
              </a:rPr>
              <a:t>per CV manually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26480" y="7703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274320" y="2087880"/>
            <a:ext cx="4160521" cy="12266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274320" y="2087880"/>
            <a:ext cx="109728" cy="12266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09160" y="2087880"/>
            <a:ext cx="4206240" cy="1200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09160" y="2087879"/>
            <a:ext cx="109728" cy="1200327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3408218"/>
            <a:ext cx="4206240" cy="12266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274320" y="3408218"/>
            <a:ext cx="109728" cy="12266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09160" y="3408218"/>
            <a:ext cx="4206240" cy="12351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709160" y="3408217"/>
            <a:ext cx="109728" cy="1235131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4D1D1C-3461-A524-44BA-DF6184F79171}"/>
              </a:ext>
            </a:extLst>
          </p:cNvPr>
          <p:cNvSpPr txBox="1"/>
          <p:nvPr/>
        </p:nvSpPr>
        <p:spPr>
          <a:xfrm>
            <a:off x="526473" y="2146326"/>
            <a:ext cx="3908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D1F3C"/>
                </a:solidFill>
              </a:rPr>
              <a:t>🏢 HR Industry</a:t>
            </a:r>
            <a:endParaRPr lang="en-US" sz="1600" dirty="0"/>
          </a:p>
          <a:p>
            <a:r>
              <a:rPr lang="en-US" sz="1600" dirty="0">
                <a:solidFill>
                  <a:srgbClr val="64748B"/>
                </a:solidFill>
              </a:rPr>
              <a:t>Drastically reduces time-to-hire and operational costs for recruitment teams in any industry.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126049-BE96-0790-B541-A3E0C90B395E}"/>
              </a:ext>
            </a:extLst>
          </p:cNvPr>
          <p:cNvSpPr txBox="1"/>
          <p:nvPr/>
        </p:nvSpPr>
        <p:spPr>
          <a:xfrm>
            <a:off x="528134" y="3473334"/>
            <a:ext cx="3952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D1F3C"/>
                </a:solidFill>
              </a:rPr>
              <a:t>📈  Scalability</a:t>
            </a:r>
            <a:endParaRPr lang="en-US" sz="1600" dirty="0"/>
          </a:p>
          <a:p>
            <a:r>
              <a:rPr lang="en-US" sz="1600" dirty="0">
                <a:solidFill>
                  <a:srgbClr val="64748B"/>
                </a:solidFill>
              </a:rPr>
              <a:t>Handles bulk CV uploads simultaneously — ideal for large corporations and SMEs alike.</a:t>
            </a:r>
            <a:endParaRPr 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4A812C-2C13-88F8-1206-6020397FA9A3}"/>
              </a:ext>
            </a:extLst>
          </p:cNvPr>
          <p:cNvSpPr txBox="1"/>
          <p:nvPr/>
        </p:nvSpPr>
        <p:spPr>
          <a:xfrm>
            <a:off x="4990407" y="2146326"/>
            <a:ext cx="3924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D1F3C"/>
                </a:solidFill>
              </a:rPr>
              <a:t>🤝  Fair Hiring</a:t>
            </a:r>
            <a:endParaRPr lang="en-US" sz="1600" dirty="0"/>
          </a:p>
          <a:p>
            <a:r>
              <a:rPr lang="en-US" sz="1600" dirty="0">
                <a:solidFill>
                  <a:srgbClr val="64748B"/>
                </a:solidFill>
              </a:rPr>
              <a:t>Candidates are ranked purely on skills, experience, and education — not on formatting or recruiter familiarity.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5413AA-EFA0-9E94-2A5F-066BC7AE8B40}"/>
              </a:ext>
            </a:extLst>
          </p:cNvPr>
          <p:cNvSpPr txBox="1"/>
          <p:nvPr/>
        </p:nvSpPr>
        <p:spPr>
          <a:xfrm>
            <a:off x="5074364" y="3466665"/>
            <a:ext cx="38136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D1F3C"/>
                </a:solidFill>
              </a:rPr>
              <a:t>🌍  Broader Access</a:t>
            </a:r>
            <a:endParaRPr lang="en-US" sz="1600" dirty="0"/>
          </a:p>
          <a:p>
            <a:r>
              <a:rPr lang="en-US" sz="1600" dirty="0">
                <a:solidFill>
                  <a:srgbClr val="64748B"/>
                </a:solidFill>
              </a:rPr>
              <a:t>Levels the playing field for qualified candidates who may lack connections but have the right skill profile.</a:t>
            </a:r>
            <a:endParaRPr lang="en-US" sz="160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6FC68AD-77BE-4216-A242-614213EDDCD6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7F90A8-A191-8162-F300-03DB16D16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C1A6D7-2064-3F5F-F77B-A303CBC6EB1A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4C8A61-88D1-DE65-ABB4-FAEF40491AD6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B583204-3440-7619-AE00-ED92773FF1A4}"/>
              </a:ext>
            </a:extLst>
          </p:cNvPr>
          <p:cNvSpPr/>
          <p:nvPr/>
        </p:nvSpPr>
        <p:spPr>
          <a:xfrm>
            <a:off x="0" y="64008"/>
            <a:ext cx="9144000" cy="516636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467AEA4-3DE7-5DB8-71EA-A4525758F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17D23C03-49E6-5604-B02E-F535A4B108D7}"/>
              </a:ext>
            </a:extLst>
          </p:cNvPr>
          <p:cNvSpPr/>
          <p:nvPr/>
        </p:nvSpPr>
        <p:spPr>
          <a:xfrm>
            <a:off x="658368" y="6400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Description</a:t>
            </a:r>
            <a:endParaRPr lang="en-US" sz="2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ECFB418-B851-0D04-7EDF-91BE84388EA2}"/>
              </a:ext>
            </a:extLst>
          </p:cNvPr>
          <p:cNvSpPr/>
          <p:nvPr/>
        </p:nvSpPr>
        <p:spPr>
          <a:xfrm>
            <a:off x="310342" y="1161075"/>
            <a:ext cx="4046912" cy="475488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8FCF97B-E7D1-2D23-53EF-2C369B263AD5}"/>
              </a:ext>
            </a:extLst>
          </p:cNvPr>
          <p:cNvSpPr/>
          <p:nvPr/>
        </p:nvSpPr>
        <p:spPr>
          <a:xfrm>
            <a:off x="493222" y="1182625"/>
            <a:ext cx="31463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📦  Dataset Information</a:t>
            </a:r>
            <a:endParaRPr lang="en-US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3D6CE2D-8DDE-8593-3554-EE6189E65B38}"/>
              </a:ext>
            </a:extLst>
          </p:cNvPr>
          <p:cNvSpPr/>
          <p:nvPr/>
        </p:nvSpPr>
        <p:spPr>
          <a:xfrm>
            <a:off x="4786746" y="1161047"/>
            <a:ext cx="3931920" cy="47548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2ED66E1-3D62-6731-6FEE-2A6C1E8C542A}"/>
              </a:ext>
            </a:extLst>
          </p:cNvPr>
          <p:cNvSpPr/>
          <p:nvPr/>
        </p:nvSpPr>
        <p:spPr>
          <a:xfrm>
            <a:off x="4878186" y="1161047"/>
            <a:ext cx="252014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🏷️ Preprocessing Steps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F74E8D9-164C-ACA7-45B6-5A4C8E4DA884}"/>
              </a:ext>
            </a:extLst>
          </p:cNvPr>
          <p:cNvSpPr/>
          <p:nvPr/>
        </p:nvSpPr>
        <p:spPr>
          <a:xfrm>
            <a:off x="310341" y="2033433"/>
            <a:ext cx="4046913" cy="1918298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Dataset: UpdatedResumeDataSet.csv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Source: Kaggle/GitHub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Total Resumes: 962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Job Categories: 25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 Format: Resume Text + Category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D7457AD-6847-F748-A2DB-3C493B9A6FCB}"/>
              </a:ext>
            </a:extLst>
          </p:cNvPr>
          <p:cNvSpPr/>
          <p:nvPr/>
        </p:nvSpPr>
        <p:spPr>
          <a:xfrm>
            <a:off x="4786746" y="2033433"/>
            <a:ext cx="3931920" cy="1918298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 cleaning and null value removal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Label encoding for categories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TF-IDF vectorization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DistilBERT</a:t>
            </a:r>
            <a:r>
              <a:rPr lang="en-US" dirty="0">
                <a:solidFill>
                  <a:schemeClr val="tx1"/>
                </a:solidFill>
              </a:rPr>
              <a:t> tokenization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Resume parsing using </a:t>
            </a:r>
            <a:r>
              <a:rPr lang="en-US" dirty="0" err="1">
                <a:solidFill>
                  <a:schemeClr val="tx1"/>
                </a:solidFill>
              </a:rPr>
              <a:t>pdfplumber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62294E1-D95C-DA33-C05E-BE5E4868E145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3407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48640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40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 &amp; Model Architecture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842356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842356"/>
            <a:ext cx="201168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8423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ML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2081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</a:rPr>
              <a:t>Logistic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</a:rPr>
              <a:t>Regression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" y="1784188"/>
            <a:ext cx="1463040" cy="22860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7841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TF-IDF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28600" y="20585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6C7"/>
                </a:solidFill>
              </a:rPr>
              <a:t>Acc: 99.48%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23160" y="842356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23160" y="842356"/>
            <a:ext cx="201168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23160" y="8423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ML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423160" y="12081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</a:rPr>
              <a:t>Random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</a:rPr>
              <a:t>Forest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697480" y="1784188"/>
            <a:ext cx="1463040" cy="22860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697480" y="17841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TF-IDF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423160" y="20585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6C7"/>
                </a:solidFill>
              </a:rPr>
              <a:t>Acc: 99.48%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617720" y="842356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17720" y="842356"/>
            <a:ext cx="2011680" cy="347472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7720" y="8423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DL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617720" y="12081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</a:rPr>
              <a:t>DistilBERT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892040" y="1784188"/>
            <a:ext cx="1463040" cy="22860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17841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Fine-tuned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617720" y="20585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6C7"/>
                </a:solidFill>
              </a:rPr>
              <a:t>Acc: 99.00%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812280" y="842356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812280" y="842356"/>
            <a:ext cx="2011680" cy="347472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12280" y="8423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DL</a:t>
            </a: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812280" y="12081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</a:rPr>
              <a:t>SBERT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F3C"/>
                </a:solidFill>
              </a:rPr>
              <a:t>MiniLM-L6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086600" y="1784188"/>
            <a:ext cx="1463040" cy="22860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086600" y="17841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Semantic Sim.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812280" y="20585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6C7"/>
                </a:solidFill>
              </a:rPr>
              <a:t>Acc: Cosine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228600" y="2552284"/>
            <a:ext cx="8686800" cy="658368"/>
          </a:xfrm>
          <a:prstGeom prst="rect">
            <a:avLst/>
          </a:prstGeom>
          <a:solidFill>
            <a:srgbClr val="1A305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365760" y="25522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⚡  Hybrid Scoring Formula: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2834640" y="2552284"/>
            <a:ext cx="6053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Score = 40% SBERT Similarity  +  30% Skill Match  +  15% Experience  +  15% Education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228600" y="331123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3056"/>
                </a:solidFill>
              </a:rPr>
              <a:t>NLP Pipeline</a:t>
            </a: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237469" y="3721608"/>
            <a:ext cx="1030658" cy="851499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 numCol="1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1. PDF Extract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286692" y="3748207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499915" y="3735323"/>
            <a:ext cx="1020960" cy="837783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2. Text Clean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2517967" y="3761854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2728832" y="3725072"/>
            <a:ext cx="1020960" cy="84803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3. Skill Extract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3786922" y="3761854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3997236" y="3726040"/>
            <a:ext cx="1020960" cy="847065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4. TF-IDF / BERT Tok.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5027894" y="3774879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5229061" y="3726039"/>
            <a:ext cx="1071669" cy="847067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5. Model Inference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355080" y="3760468"/>
            <a:ext cx="169302" cy="764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590113" y="3735324"/>
            <a:ext cx="981771" cy="837782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6. Cosine Sim.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616952" y="3760469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938200" y="3717037"/>
            <a:ext cx="1020961" cy="848033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7. Ranked Output</a:t>
            </a:r>
            <a:endParaRPr lang="en-US" sz="1600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5F3CD6F-35A0-74DB-7058-DA268ED468AD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25780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4008"/>
            <a:ext cx="8229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74320" y="755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3056"/>
                </a:solidFill>
              </a:rPr>
              <a:t>🛠  Tools &amp; Frameworks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74320" y="113912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139120"/>
            <a:ext cx="914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113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</a:rPr>
              <a:t>Python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939636" y="1139120"/>
            <a:ext cx="10047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</a:rPr>
              <a:t>Core Language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154680" y="113912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139120"/>
            <a:ext cx="914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9272" y="113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</a:rPr>
              <a:t>PyTorch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90655" y="1139120"/>
            <a:ext cx="9340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</a:rPr>
              <a:t>Deep Learning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35040" y="113912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139120"/>
            <a:ext cx="914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9632" y="113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</a:rPr>
              <a:t>HuggingFace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955280" y="113912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</a:rPr>
              <a:t>Transformers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74320" y="17334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1733480"/>
            <a:ext cx="914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" y="1733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</a:rPr>
              <a:t>sentence-transformers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194560" y="173348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</a:rPr>
              <a:t>SBERT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154680" y="17334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54680" y="1733480"/>
            <a:ext cx="914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19272" y="1733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</a:rPr>
              <a:t>scikit-learn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074920" y="173348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</a:rPr>
              <a:t>ML Models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035040" y="17334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035040" y="1733480"/>
            <a:ext cx="914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99632" y="1733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</a:rPr>
              <a:t>pdfplumber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955280" y="173348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</a:rPr>
              <a:t>PDF Parsing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74320" y="23278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74320" y="2327840"/>
            <a:ext cx="914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8912" y="232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</a:rPr>
              <a:t>Streamlit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2194560" y="23278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</a:rPr>
              <a:t>Web UI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154680" y="23278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154680" y="2327840"/>
            <a:ext cx="914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319272" y="232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</a:rPr>
              <a:t>pandas / numpy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001768" y="2327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</a:rPr>
              <a:t>Data Handling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035040" y="23278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035040" y="2327840"/>
            <a:ext cx="914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99632" y="232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</a:rPr>
              <a:t>matplotlib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955280" y="23278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</a:rPr>
              <a:t>Visualization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274320" y="3041072"/>
            <a:ext cx="4114800" cy="1719072"/>
          </a:xfrm>
          <a:prstGeom prst="rect">
            <a:avLst/>
          </a:prstGeom>
          <a:solidFill>
            <a:srgbClr val="1A305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365760" y="3086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0E0EF"/>
                </a:solidFill>
              </a:rPr>
              <a:t>⚙️  DistilBERT Training</a:t>
            </a: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11480" y="3373444"/>
            <a:ext cx="3886200" cy="123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Epochs: 3  |  Batch Size: 8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Optimizer: </a:t>
            </a:r>
            <a:r>
              <a:rPr lang="en-US" sz="1600" dirty="0" err="1">
                <a:solidFill>
                  <a:srgbClr val="FFFFFF"/>
                </a:solidFill>
              </a:rPr>
              <a:t>AdamW</a:t>
            </a:r>
            <a:r>
              <a:rPr lang="en-US" sz="1600" dirty="0">
                <a:solidFill>
                  <a:srgbClr val="FFFFFF"/>
                </a:solidFill>
              </a:rPr>
              <a:t>  |  Warmup Steps: 5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Loss Epoch 1: 2.005  →  Epoch 3: 0.385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Val Loss Epoch 1: 1.715  →  Epoch 3: 0.342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4572000" y="3041072"/>
            <a:ext cx="4343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572000" y="3041072"/>
            <a:ext cx="434340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63440" y="3041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🖥️  Streamlit Web App  (3 pages)</a:t>
            </a: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663440" y="3388959"/>
            <a:ext cx="4114800" cy="123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F3C"/>
                </a:solidFill>
              </a:rPr>
              <a:t>• Login Page — HR authentication</a:t>
            </a:r>
          </a:p>
          <a:p>
            <a:r>
              <a:rPr lang="en-US" sz="1600" dirty="0">
                <a:solidFill>
                  <a:srgbClr val="0D1F3C"/>
                </a:solidFill>
              </a:rPr>
              <a:t>• Scan Page — PDF upload, job input</a:t>
            </a:r>
          </a:p>
          <a:p>
            <a:r>
              <a:rPr lang="en-US" sz="1600" dirty="0">
                <a:solidFill>
                  <a:srgbClr val="0D1F3C"/>
                </a:solidFill>
              </a:rPr>
              <a:t>• Output Page — scores, ranks, insights</a:t>
            </a:r>
          </a:p>
          <a:p>
            <a:r>
              <a:rPr lang="en-US" sz="1600" dirty="0">
                <a:solidFill>
                  <a:srgbClr val="0D1F3C"/>
                </a:solidFill>
              </a:rPr>
              <a:t>• Design: Gradient </a:t>
            </a:r>
            <a:r>
              <a:rPr lang="en-US" sz="1600" dirty="0" err="1">
                <a:solidFill>
                  <a:srgbClr val="0D1F3C"/>
                </a:solidFill>
              </a:rPr>
              <a:t>bg</a:t>
            </a:r>
            <a:r>
              <a:rPr lang="en-US" sz="1600" dirty="0">
                <a:solidFill>
                  <a:srgbClr val="0D1F3C"/>
                </a:solidFill>
              </a:rPr>
              <a:t> + Glass-morphism cards</a:t>
            </a:r>
            <a:endParaRPr lang="en-US" sz="1600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0B71EDA-FD94-E31D-4ED5-53D31B69B29B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24810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4008"/>
            <a:ext cx="8229600" cy="52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 &amp; Analysis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403748"/>
              </p:ext>
            </p:extLst>
          </p:nvPr>
        </p:nvGraphicFramePr>
        <p:xfrm>
          <a:off x="228599" y="676102"/>
          <a:ext cx="8472055" cy="1828800"/>
        </p:xfrm>
        <a:graphic>
          <a:graphicData uri="http://schemas.openxmlformats.org/drawingml/2006/table">
            <a:tbl>
              <a:tblPr/>
              <a:tblGrid>
                <a:gridCol w="194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7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7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33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7A4A"/>
                          </a:solidFill>
                        </a:rPr>
                        <a:t>99.48%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7A4A"/>
                          </a:solidFill>
                        </a:rPr>
                        <a:t>0.99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7A4A"/>
                          </a:solidFill>
                        </a:rPr>
                        <a:t>99.48%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7A4A"/>
                          </a:solidFill>
                        </a:rPr>
                        <a:t>0.99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DistilBERT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7A4A"/>
                          </a:solidFill>
                        </a:rPr>
                        <a:t>99.00%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7A4A"/>
                          </a:solidFill>
                        </a:rPr>
                        <a:t>0.99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SBERT (MiniLM-L6)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Similarity Scoring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475665665"/>
              </p:ext>
            </p:extLst>
          </p:nvPr>
        </p:nvGraphicFramePr>
        <p:xfrm>
          <a:off x="228600" y="2638598"/>
          <a:ext cx="4251960" cy="2271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3543565754"/>
              </p:ext>
            </p:extLst>
          </p:nvPr>
        </p:nvGraphicFramePr>
        <p:xfrm>
          <a:off x="4663440" y="2638598"/>
          <a:ext cx="4206240" cy="2271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1C329E-0608-25DB-520E-F6A68DB58A0F}"/>
              </a:ext>
            </a:extLst>
          </p:cNvPr>
          <p:cNvSpPr/>
          <p:nvPr/>
        </p:nvSpPr>
        <p:spPr>
          <a:xfrm>
            <a:off x="8291944" y="4815424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216FE-E568-AE14-4BB2-BB1050DB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6BFA0AA-2F35-2CB3-9BBF-16EA35E32AA7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56F875-79AE-7CF4-5213-B4CB199A09F7}"/>
              </a:ext>
            </a:extLst>
          </p:cNvPr>
          <p:cNvSpPr/>
          <p:nvPr/>
        </p:nvSpPr>
        <p:spPr>
          <a:xfrm>
            <a:off x="0" y="0"/>
            <a:ext cx="9144000" cy="5079492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4BD8631-EC15-8401-DA98-BA0F9AE30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9" y="80148"/>
            <a:ext cx="4405746" cy="29787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74475E-56DE-5299-0C44-95D26D018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954" y="80148"/>
            <a:ext cx="4405746" cy="29787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0D7CC7D-81E1-FC7D-CC51-951C698BD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300" y="3139024"/>
            <a:ext cx="5867400" cy="190500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5A346CB-0E78-3508-BBAC-D42A6C22EF88}"/>
              </a:ext>
            </a:extLst>
          </p:cNvPr>
          <p:cNvSpPr/>
          <p:nvPr/>
        </p:nvSpPr>
        <p:spPr>
          <a:xfrm>
            <a:off x="8291944" y="4815424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12262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52519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4008"/>
            <a:ext cx="8229600" cy="552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Team Member Contributions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5923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28600" y="149989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20040" y="1957649"/>
            <a:ext cx="2651760" cy="1947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1F3C"/>
                </a:solidFill>
              </a:rPr>
              <a:t>Dataset collection, cleaning &amp;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1F3C"/>
                </a:solidFill>
              </a:rPr>
              <a:t>TF-IDF vectorization &amp; label encoding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1F3C"/>
                </a:solidFill>
              </a:rPr>
              <a:t>Logistic Regression model training &amp;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1F3C"/>
                </a:solidFill>
              </a:rPr>
              <a:t>Result analysis, presentation</a:t>
            </a:r>
          </a:p>
        </p:txBody>
      </p:sp>
      <p:sp>
        <p:nvSpPr>
          <p:cNvPr id="18" name="Text 15"/>
          <p:cNvSpPr/>
          <p:nvPr/>
        </p:nvSpPr>
        <p:spPr>
          <a:xfrm>
            <a:off x="640080" y="265203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0080" y="331040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40080" y="396877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3154680" y="75923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160520" y="82323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291840" y="1975799"/>
            <a:ext cx="2606040" cy="18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1F3C"/>
                </a:solidFill>
              </a:rPr>
              <a:t>DistilBERT fine-tuning &amp; hyperparameter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1F3C"/>
                </a:solidFill>
              </a:rPr>
              <a:t>SBERT semantic similarity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1F3C"/>
                </a:solidFill>
              </a:rPr>
              <a:t>Hybrid scoring formula design &amp;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1F3C"/>
                </a:solidFill>
              </a:rPr>
              <a:t>Report Writing</a:t>
            </a:r>
          </a:p>
        </p:txBody>
      </p:sp>
      <p:sp>
        <p:nvSpPr>
          <p:cNvPr id="33" name="Text 30"/>
          <p:cNvSpPr/>
          <p:nvPr/>
        </p:nvSpPr>
        <p:spPr>
          <a:xfrm>
            <a:off x="3566160" y="265203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566160" y="331040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566160" y="396877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6080760" y="75923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6269736" y="1986534"/>
            <a:ext cx="2560320" cy="1722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1F3C"/>
                </a:solidFill>
              </a:rPr>
              <a:t>Random Forest model development &amp;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D1F3C"/>
                </a:solidFill>
              </a:rPr>
              <a:t>Streamlit</a:t>
            </a:r>
            <a:r>
              <a:rPr lang="en-US" sz="1600" dirty="0">
                <a:solidFill>
                  <a:srgbClr val="0D1F3C"/>
                </a:solidFill>
              </a:rPr>
              <a:t> web app UI design &amp;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1F3C"/>
                </a:solidFill>
              </a:rPr>
              <a:t>CEP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Proofreading</a:t>
            </a:r>
          </a:p>
        </p:txBody>
      </p:sp>
      <p:sp>
        <p:nvSpPr>
          <p:cNvPr id="52" name="Text 49"/>
          <p:cNvSpPr/>
          <p:nvPr/>
        </p:nvSpPr>
        <p:spPr>
          <a:xfrm>
            <a:off x="6492240" y="396877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E0B1E3E-E3C8-DA71-2660-42FE34E936A0}"/>
              </a:ext>
            </a:extLst>
          </p:cNvPr>
          <p:cNvSpPr/>
          <p:nvPr/>
        </p:nvSpPr>
        <p:spPr>
          <a:xfrm>
            <a:off x="585216" y="928255"/>
            <a:ext cx="2005584" cy="6082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22201086</a:t>
            </a:r>
          </a:p>
          <a:p>
            <a:pPr algn="ctr"/>
            <a:r>
              <a:rPr lang="en-US" dirty="0"/>
              <a:t>Tanjina Akter Nisa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1756E70-8C7C-C2F5-92BD-E827F82E5829}"/>
              </a:ext>
            </a:extLst>
          </p:cNvPr>
          <p:cNvSpPr/>
          <p:nvPr/>
        </p:nvSpPr>
        <p:spPr>
          <a:xfrm>
            <a:off x="3566160" y="932689"/>
            <a:ext cx="2005584" cy="6082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22201088</a:t>
            </a:r>
          </a:p>
          <a:p>
            <a:pPr algn="ctr"/>
            <a:r>
              <a:rPr lang="en-US" dirty="0"/>
              <a:t>Md. </a:t>
            </a:r>
            <a:r>
              <a:rPr lang="en-US" dirty="0" err="1"/>
              <a:t>Daudul</a:t>
            </a:r>
            <a:r>
              <a:rPr lang="en-US" dirty="0"/>
              <a:t> Islam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8BDAE6F-2E02-2918-B56C-539085847E6F}"/>
              </a:ext>
            </a:extLst>
          </p:cNvPr>
          <p:cNvSpPr/>
          <p:nvPr/>
        </p:nvSpPr>
        <p:spPr>
          <a:xfrm>
            <a:off x="6547104" y="937123"/>
            <a:ext cx="2005584" cy="6082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22201090</a:t>
            </a:r>
          </a:p>
          <a:p>
            <a:pPr algn="ctr"/>
            <a:r>
              <a:rPr lang="en-US" dirty="0"/>
              <a:t>Saswata Ghosal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072A178-93EB-B388-AF47-18885956EC34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38665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4008"/>
            <a:ext cx="8229600" cy="538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CEP Outcome Mapping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427648"/>
              </p:ext>
            </p:extLst>
          </p:nvPr>
        </p:nvGraphicFramePr>
        <p:xfrm>
          <a:off x="228599" y="960120"/>
          <a:ext cx="8444345" cy="3017520"/>
        </p:xfrm>
        <a:graphic>
          <a:graphicData uri="http://schemas.openxmlformats.org/drawingml/2006/table">
            <a:tbl>
              <a:tblPr/>
              <a:tblGrid>
                <a:gridCol w="801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4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8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Project Evidence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Report Section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WK1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Mathematics &amp; Science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Scoring formula, model evaluation metrics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V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WK2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Data Analysis &amp; Statistics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TF-IDF, label encoding, train/val split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IV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WK4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Specialist ML/DL Knowledge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Transformer fine-tuning, SBERT embeddings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V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WK6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Engineering Practice &amp; Tools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Python, HuggingFace, Streamlit, pdfplumber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VI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WK8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Current Research Literature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BERT, SBERT, transformer-based NLP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V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66E9A0-109A-529D-6AE3-ED40CB5891C4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66F7B-F480-072C-3B3D-5B9B592F0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4FBC50-74F9-4C34-0741-3B2DEA042CC9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1BD2E1-CCCD-3620-5EDC-9A93F2B5D94A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992623-BF35-CE52-0441-399179A55DC6}"/>
              </a:ext>
            </a:extLst>
          </p:cNvPr>
          <p:cNvSpPr/>
          <p:nvPr/>
        </p:nvSpPr>
        <p:spPr>
          <a:xfrm>
            <a:off x="0" y="64008"/>
            <a:ext cx="9144000" cy="559447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F4B24EC9-0117-E6E3-D077-95C9AEF72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13A09E7-8A05-0DED-2896-09683DA60188}"/>
              </a:ext>
            </a:extLst>
          </p:cNvPr>
          <p:cNvSpPr/>
          <p:nvPr/>
        </p:nvSpPr>
        <p:spPr>
          <a:xfrm>
            <a:off x="658368" y="64008"/>
            <a:ext cx="8229600" cy="49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CEP Outcome Mapping Cont.</a:t>
            </a:r>
            <a:endParaRPr lang="en-US" sz="24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C23537A7-C3A0-5186-9835-D1679B4D2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85405"/>
              </p:ext>
            </p:extLst>
          </p:nvPr>
        </p:nvGraphicFramePr>
        <p:xfrm>
          <a:off x="228600" y="1403466"/>
          <a:ext cx="8437418" cy="2194560"/>
        </p:xfrm>
        <a:graphic>
          <a:graphicData uri="http://schemas.openxmlformats.org/drawingml/2006/table">
            <a:tbl>
              <a:tblPr/>
              <a:tblGrid>
                <a:gridCol w="801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9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Project Evidence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Report Section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WP1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Depth of Knowledge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Deep ML/DL model design required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V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WP2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Conflicting Requirements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Technical + societal issues (bias, automation)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Sec. I, VIII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WP3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Abstract Thinking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Novel hybrid ML+DL+rule-based scoring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V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WP4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Infrequently Encountered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NLP applied to HR domain (novel)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I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465E3B-7A37-124A-BC12-5ADEA63B2E55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59035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7B588-4459-5226-45ED-7B8311094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DB7BDD-FB2C-0395-C4AD-E1A4EFE4B557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5F80121-898B-5B93-C2B2-4A52C283C128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E4551F2-4CB3-8125-C05D-9AFA15E51B49}"/>
              </a:ext>
            </a:extLst>
          </p:cNvPr>
          <p:cNvSpPr/>
          <p:nvPr/>
        </p:nvSpPr>
        <p:spPr>
          <a:xfrm>
            <a:off x="0" y="64008"/>
            <a:ext cx="9144000" cy="557784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DA59BC8-2E2D-5A47-35ED-5075CCD08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7D9C71E-CF18-1B87-F2DF-5EDB5A828951}"/>
              </a:ext>
            </a:extLst>
          </p:cNvPr>
          <p:cNvSpPr/>
          <p:nvPr/>
        </p:nvSpPr>
        <p:spPr>
          <a:xfrm>
            <a:off x="658368" y="64008"/>
            <a:ext cx="8229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CEP Outcome Mapping Cont.</a:t>
            </a:r>
            <a:endParaRPr lang="en-US" sz="24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D8CC16EB-C511-192B-67C6-88CA26C4F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482067"/>
              </p:ext>
            </p:extLst>
          </p:nvPr>
        </p:nvGraphicFramePr>
        <p:xfrm>
          <a:off x="228600" y="1548939"/>
          <a:ext cx="8382000" cy="1615440"/>
        </p:xfrm>
        <a:graphic>
          <a:graphicData uri="http://schemas.openxmlformats.org/drawingml/2006/table">
            <a:tbl>
              <a:tblPr/>
              <a:tblGrid>
                <a:gridCol w="796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Project Evidence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Report Section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EA1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Range of Resources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Datasets, HuggingFace, cloud tools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VI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EA2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Interaction Level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ML vs DL tradeoff analysis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VII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EA3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Innovation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Transformers for resume ranking (novel use)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Section V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C7EEB5-E80D-4A87-1C2B-F6D144FAE918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7907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580228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4008"/>
            <a:ext cx="8229600" cy="58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28600" y="766155"/>
            <a:ext cx="8686800" cy="8409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766155"/>
            <a:ext cx="8321040" cy="840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We built an end-to-end AI-powered resume ranking system that automates HR screening using Logistic Regression, Random Forest, DistilBERT, and SBERT — achieving up to 99.48% accuracy with full explainability.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8600" y="1814668"/>
            <a:ext cx="4206240" cy="1949336"/>
          </a:xfrm>
          <a:prstGeom prst="rect">
            <a:avLst/>
          </a:prstGeom>
          <a:solidFill>
            <a:srgbClr val="1A3056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" y="18512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0E0EF"/>
                </a:solidFill>
              </a:rPr>
              <a:t>✅  Key Outcomes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28600" y="2217003"/>
            <a:ext cx="4206240" cy="1516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All 3 classification models achieved F1 = 0.99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Hybrid scoring covers semantic + skill + exp. + </a:t>
            </a:r>
            <a:r>
              <a:rPr lang="en-US" sz="1600" dirty="0" err="1">
                <a:solidFill>
                  <a:srgbClr val="FFFFFF"/>
                </a:solidFill>
              </a:rPr>
              <a:t>edu</a:t>
            </a:r>
            <a:r>
              <a:rPr lang="en-US" sz="1600" dirty="0">
                <a:solidFill>
                  <a:srgbClr val="FFFFFF"/>
                </a:solidFill>
              </a:rPr>
              <a:t>.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XAI gives matched/missing skills &amp; suggestions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</a:t>
            </a:r>
            <a:r>
              <a:rPr lang="en-US" sz="1600" dirty="0" err="1">
                <a:solidFill>
                  <a:srgbClr val="FFFFFF"/>
                </a:solidFill>
              </a:rPr>
              <a:t>Streamlit</a:t>
            </a:r>
            <a:r>
              <a:rPr lang="en-US" sz="1600" dirty="0">
                <a:solidFill>
                  <a:srgbClr val="FFFFFF"/>
                </a:solidFill>
              </a:rPr>
              <a:t> app supports batch CV upload + CSV export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63440" y="1814668"/>
            <a:ext cx="4206240" cy="1919272"/>
          </a:xfrm>
          <a:prstGeom prst="rect">
            <a:avLst/>
          </a:prstGeom>
          <a:solidFill>
            <a:srgbClr val="1A3056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0" y="18512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4A261"/>
                </a:solidFill>
              </a:rPr>
              <a:t>⚠️  Challenges &amp; Limitations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663440" y="2217004"/>
            <a:ext cx="4160520" cy="137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Dataset limited to 962 resumes / 25 categories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</a:t>
            </a:r>
            <a:r>
              <a:rPr lang="en-US" sz="1600" dirty="0" err="1">
                <a:solidFill>
                  <a:srgbClr val="FFFFFF"/>
                </a:solidFill>
              </a:rPr>
              <a:t>DistilBERT</a:t>
            </a:r>
            <a:r>
              <a:rPr lang="en-US" sz="1600" dirty="0">
                <a:solidFill>
                  <a:srgbClr val="FFFFFF"/>
                </a:solidFill>
              </a:rPr>
              <a:t> requires GPU for fast training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No multi-language CV support currently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Real-world bias in training data possible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54880" y="28570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28600" y="3931920"/>
            <a:ext cx="86868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00B4D8"/>
                </a:solidFill>
              </a:rPr>
              <a:t>🚀  Future Work</a:t>
            </a:r>
          </a:p>
          <a:p>
            <a:r>
              <a:rPr lang="en-US" sz="1600" dirty="0">
                <a:solidFill>
                  <a:srgbClr val="FFFFFF"/>
                </a:solidFill>
              </a:rPr>
              <a:t>Multi-language support  ·  </a:t>
            </a:r>
            <a:r>
              <a:rPr lang="en-US" sz="1600" dirty="0" err="1">
                <a:solidFill>
                  <a:srgbClr val="FFFFFF"/>
                </a:solidFill>
              </a:rPr>
              <a:t>LLaMA</a:t>
            </a:r>
            <a:r>
              <a:rPr lang="en-US" sz="1600" dirty="0">
                <a:solidFill>
                  <a:srgbClr val="FFFFFF"/>
                </a:solidFill>
              </a:rPr>
              <a:t>/GPT-4 integration  ·  Interview scheduling module  ·  Cloud deployment  ·  Real-world HR dataset expansion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65760" y="42519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76B691-92CD-6057-D175-91B137317A58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03504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7373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6400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74320" y="82822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F3C"/>
                </a:solidFill>
              </a:rPr>
              <a:t>[1] J. Devlin, M.-W. Chang, K. Lee, and K. Toutanova, "BERT: Pre-training of Deep Bidirectional Transformers for Language Understanding," Proc. NAACL-HLT, 2019.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4320" y="1257992"/>
            <a:ext cx="8595360" cy="9144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33114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F3C"/>
                </a:solidFill>
              </a:rPr>
              <a:t>[2] V. Sanh et al., "DistilBERT, a distilled version of BERT," arXiv:1910.01108, 2019.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74320" y="1760912"/>
            <a:ext cx="8595360" cy="9144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83406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F3C"/>
                </a:solidFill>
              </a:rPr>
              <a:t>[3] N. Reimers and I. Gurevych, "Sentence-BERT: Sentence Embeddings using Siamese BERT Networks," Proc. EMNLP, 2019.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4320" y="2263832"/>
            <a:ext cx="8595360" cy="9144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33698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F3C"/>
                </a:solidFill>
              </a:rPr>
              <a:t>[4] L. Breiman, "Random Forests," Machine Learning, vol. 45, no. 1, pp. 5–32, 2001.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4320" y="2766752"/>
            <a:ext cx="8595360" cy="9144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83990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F3C"/>
                </a:solidFill>
              </a:rPr>
              <a:t>[5] C. Cortes and V. Vapnik, "Support-Vector Networks," Machine Learning, vol. 20, pp. 273–297, 1995.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74320" y="3269672"/>
            <a:ext cx="8595360" cy="9144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34282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F3C"/>
                </a:solidFill>
              </a:rPr>
              <a:t>[6] S. Robertson and H. Zaragoza, "The Probabilistic Relevance Framework: BM25 and Beyond," Found. Trends Inf. Retr., 2009.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74320" y="3772592"/>
            <a:ext cx="8595360" cy="9144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84574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F3C"/>
                </a:solidFill>
              </a:rPr>
              <a:t>[7] UpdatedResumeDataSet.csv, Kaggle Dataset. [Online]. Available: https://www.kaggle.com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74320" y="4275512"/>
            <a:ext cx="8595360" cy="9144"/>
          </a:xfrm>
          <a:prstGeom prst="rect">
            <a:avLst/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34866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F3C"/>
                </a:solidFill>
              </a:rPr>
              <a:t>[8] Streamlit Inc., "Streamlit: A faster way to build and share data apps," 2020. [Online]. Available: https://streamlit.io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0" y="4572000"/>
            <a:ext cx="91440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Thank You  ·  University of Asia Pacific  ·  CSE-414 Machine Learning and Deep Learning Lab</a:t>
            </a:r>
            <a:endParaRPr lang="en-US" sz="1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98B6C4-B513-EFC7-B2C0-54C226A72297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4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0E70A-6E5E-CD85-E062-9CF0AABD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8F7714-8AA7-F027-A023-CC6453DB2DB2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DB3FF5-CE9B-D9D3-E023-E63BC8FB6E96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9887C2-C443-6F7B-D5D7-A100D9681315}"/>
              </a:ext>
            </a:extLst>
          </p:cNvPr>
          <p:cNvSpPr/>
          <p:nvPr/>
        </p:nvSpPr>
        <p:spPr>
          <a:xfrm>
            <a:off x="0" y="64008"/>
            <a:ext cx="9144000" cy="603504"/>
          </a:xfrm>
          <a:prstGeom prst="rect">
            <a:avLst/>
          </a:prstGeom>
          <a:solidFill>
            <a:srgbClr val="1A3056"/>
          </a:solidFill>
          <a:ln w="12700">
            <a:solidFill>
              <a:srgbClr val="1A3056"/>
            </a:solidFill>
            <a:prstDash val="solid"/>
          </a:ln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23529C7-EEE5-2D9A-5969-83DDD334C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73736"/>
            <a:ext cx="384048" cy="38404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42AD1C5-731F-8BCB-F839-0044DEEB3B4F}"/>
              </a:ext>
            </a:extLst>
          </p:cNvPr>
          <p:cNvSpPr/>
          <p:nvPr/>
        </p:nvSpPr>
        <p:spPr>
          <a:xfrm>
            <a:off x="658368" y="6400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Demonstration Video</a:t>
            </a:r>
            <a:endParaRPr lang="en-US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38AF4F-FDDC-DBB8-1BCF-D91E532F88DF}"/>
              </a:ext>
            </a:extLst>
          </p:cNvPr>
          <p:cNvSpPr/>
          <p:nvPr/>
        </p:nvSpPr>
        <p:spPr>
          <a:xfrm>
            <a:off x="8291945" y="4745182"/>
            <a:ext cx="408710" cy="228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14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411B0A6-5FDB-A009-BF69-ED39A191F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036" y="1038451"/>
            <a:ext cx="4011128" cy="3119183"/>
          </a:xfrm>
          <a:prstGeom prst="rect">
            <a:avLst/>
          </a:prstGeom>
        </p:spPr>
      </p:pic>
      <p:sp>
        <p:nvSpPr>
          <p:cNvPr id="28" name="Rectangle: Rounded Corners 27">
            <a:hlinkClick r:id="rId5"/>
            <a:extLst>
              <a:ext uri="{FF2B5EF4-FFF2-40B4-BE49-F238E27FC236}">
                <a16:creationId xmlns:a16="http://schemas.microsoft.com/office/drawing/2014/main" id="{409C5DB9-2E3A-2780-48B4-2BB8F2BD2EB1}"/>
              </a:ext>
            </a:extLst>
          </p:cNvPr>
          <p:cNvSpPr/>
          <p:nvPr/>
        </p:nvSpPr>
        <p:spPr>
          <a:xfrm>
            <a:off x="3338945" y="4332979"/>
            <a:ext cx="2923310" cy="395824"/>
          </a:xfrm>
          <a:prstGeom prst="roundRect">
            <a:avLst/>
          </a:prstGeom>
          <a:solidFill>
            <a:srgbClr val="0D1F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to Open the Video</a:t>
            </a:r>
          </a:p>
        </p:txBody>
      </p:sp>
    </p:spTree>
    <p:extLst>
      <p:ext uri="{BB962C8B-B14F-4D97-AF65-F5344CB8AC3E}">
        <p14:creationId xmlns:p14="http://schemas.microsoft.com/office/powerpoint/2010/main" val="3387003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400FB-15A6-232D-0FD8-3903B5FF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D6C5A7-7D6A-0D52-D72E-0E0CB023BA1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2A9988-1068-708A-50AC-B3A880EADBA5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46E56E-3738-36D9-F7F1-D0F95437319D}"/>
              </a:ext>
            </a:extLst>
          </p:cNvPr>
          <p:cNvSpPr/>
          <p:nvPr/>
        </p:nvSpPr>
        <p:spPr>
          <a:xfrm>
            <a:off x="0" y="64008"/>
            <a:ext cx="228600" cy="50154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8C36FC7C-1A81-C77A-AE71-3871703D4A78}"/>
              </a:ext>
            </a:extLst>
          </p:cNvPr>
          <p:cNvSpPr/>
          <p:nvPr/>
        </p:nvSpPr>
        <p:spPr>
          <a:xfrm>
            <a:off x="3201092" y="1981260"/>
            <a:ext cx="2741815" cy="1180979"/>
          </a:xfrm>
          <a:prstGeom prst="rect">
            <a:avLst/>
          </a:prstGeom>
          <a:solidFill>
            <a:srgbClr val="1A305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sz="3200" b="1" dirty="0">
                <a:solidFill>
                  <a:srgbClr val="90E0EF"/>
                </a:solidFill>
              </a:rPr>
              <a:t>Thank you for your attention</a:t>
            </a: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EF9B86CF-AA0F-8411-8412-624C61EEB49A}"/>
              </a:ext>
            </a:extLst>
          </p:cNvPr>
          <p:cNvSpPr/>
          <p:nvPr/>
        </p:nvSpPr>
        <p:spPr>
          <a:xfrm>
            <a:off x="3894521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6AE2476D-26F2-8C45-1446-6869CFBFC072}"/>
              </a:ext>
            </a:extLst>
          </p:cNvPr>
          <p:cNvSpPr/>
          <p:nvPr/>
        </p:nvSpPr>
        <p:spPr>
          <a:xfrm>
            <a:off x="3894521" y="4096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062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1245</Words>
  <Application>Microsoft Office PowerPoint</Application>
  <PresentationFormat>On-screen Show (16:9)</PresentationFormat>
  <Paragraphs>287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Skill-Based Resume Ranking System with Explainable AI</dc:title>
  <dc:subject>PptxGenJS Presentation</dc:subject>
  <dc:creator>PptxGenJS</dc:creator>
  <cp:lastModifiedBy>Tanjina Akter</cp:lastModifiedBy>
  <cp:revision>4</cp:revision>
  <dcterms:created xsi:type="dcterms:W3CDTF">2026-05-17T05:46:16Z</dcterms:created>
  <dcterms:modified xsi:type="dcterms:W3CDTF">2026-05-19T03:55:46Z</dcterms:modified>
</cp:coreProperties>
</file>